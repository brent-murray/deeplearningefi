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png" ContentType="image/png"/>
  <Default Extension="gif" ContentType="image/gif"/>
  <Override PartName="/docProps/app.xml" ContentType="application/vnd.openxmlformats-officedocument.extended-properties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theme/theme1.xml" ContentType="application/vnd.openxmlformats-officedocument.theme+xml"/>
  <Override PartName="/ppt/theme/theme2.xml" ContentType="application/vnd.openxmlformats-officedocument.theme+xml"/>
  <Override PartName="/ppt/presProps.xml" ContentType="application/vnd.openxmlformats-officedocument.presentationml.presProps+xml"/>
  <Override PartName="/ppt/tableStyles.xml" ContentType="application/vnd.openxmlformats-officedocument.presentationml.tableStyles+xml"/>
  <Override PartName="/docProps/core.xml" ContentType="application/vnd.openxmlformats-package.core-properties+xml"/>
  <Override PartName="/docProps/custom.xml" ContentType="application/vnd.openxmlformats-officedocument.custom-properties+xml"/>
  <Override PartName="/ppt/presentation.xml" ContentType="application/vnd.openxmlformats-officedocument.presentationml.presentation.main+xml"/>
  <Override PartName="/ppt/viewProps.xml" ContentType="application/vnd.openxmlformats-officedocument.presentationml.viewProps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33.xml" ContentType="application/vnd.openxmlformats-officedocument.presentationml.slide+xml"/>
  <Override PartName="/ppt/slides/slide34.xml" ContentType="application/vnd.openxmlformats-officedocument.presentationml.slide+xml"/>
</Types>
</file>

<file path=_rels/.rels><?xml version="1.0" encoding="UTF-8"?><Relationships xmlns="http://schemas.openxmlformats.org/package/2006/relationships"><Relationship Id="rId1" Type="http://schemas.openxmlformats.org/officeDocument/2006/relationships/officeDocument" Target="ppt/presentation.xml" /><Relationship Id="rId2" Type="http://schemas.openxmlformats.org/package/2006/relationships/metadata/core-properties" Target="docProps/core.xml" /><Relationship Id="rId3" Type="http://schemas.openxmlformats.org/package/2006/relationships/metadata/extended-properties" Target="docProps/app.xml" /><Relationship Id="rId4" Type="http://schemas.openxmlformats.org/officeDocument/2006/relationships/custom-properties" Target="docProps/custom.xml" /></Relationships>
</file>

<file path=ppt/presentation.xml><?xml version="1.0" encoding="utf-8"?>
<p:presentation xmlns:a="http://schemas.openxmlformats.org/drawingml/2006/main" xmlns:p="http://schemas.openxmlformats.org/presentationml/2006/main" xmlns:r="http://schemas.openxmlformats.org/officeDocument/2006/relationships" autoCompressPictures="0" saveSubsetFonts="1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  <p:sldId id="271" r:id="rId17"/>
    <p:sldId id="272" r:id="rId18"/>
    <p:sldId id="273" r:id="rId19"/>
    <p:sldId id="274" r:id="rId20"/>
    <p:sldId id="275" r:id="rId21"/>
    <p:sldId id="276" r:id="rId22"/>
    <p:sldId id="277" r:id="rId23"/>
    <p:sldId id="278" r:id="rId24"/>
    <p:sldId id="279" r:id="rId25"/>
    <p:sldId id="280" r:id="rId26"/>
    <p:sldId id="281" r:id="rId27"/>
    <p:sldId id="282" r:id="rId28"/>
    <p:sldId id="283" r:id="rId29"/>
    <p:sldId id="284" r:id="rId30"/>
    <p:sldId id="285" r:id="rId31"/>
    <p:sldId id="286" r:id="rId32"/>
    <p:sldId id="287" r:id="rId33"/>
    <p:sldId id="288" r:id="rId34"/>
    <p:sldId id="289" r:id="rId35"/>
  </p:sldIdLst>
  <p:sldSz cx="9144000" cy="5143500" type="screen16x9"/>
  <p:notesSz cx="6858000" cy="9144000"/>
  <p:defaultTextStyle>
    <a:defPPr>
      <a:defRPr lang="en-US"/>
    </a:defPPr>
    <a:lvl1pPr algn="l" defTabSz="457200" eaLnBrk="1" hangingPunct="1" latinLnBrk="0" marL="0" rtl="0">
      <a:defRPr kern="1200" sz="1800">
        <a:solidFill>
          <a:schemeClr val="tx1"/>
        </a:solidFill>
        <a:latin typeface="+mn-lt"/>
        <a:ea typeface="+mn-ea"/>
        <a:cs typeface="+mn-cs"/>
      </a:defRPr>
    </a:lvl1pPr>
    <a:lvl2pPr algn="l" defTabSz="457200" eaLnBrk="1" hangingPunct="1" latinLnBrk="0" marL="457200" rtl="0">
      <a:defRPr kern="1200" sz="1800">
        <a:solidFill>
          <a:schemeClr val="tx1"/>
        </a:solidFill>
        <a:latin typeface="+mn-lt"/>
        <a:ea typeface="+mn-ea"/>
        <a:cs typeface="+mn-cs"/>
      </a:defRPr>
    </a:lvl2pPr>
    <a:lvl3pPr algn="l" defTabSz="457200" eaLnBrk="1" hangingPunct="1" latinLnBrk="0" marL="914400" rtl="0">
      <a:defRPr kern="1200" sz="1800">
        <a:solidFill>
          <a:schemeClr val="tx1"/>
        </a:solidFill>
        <a:latin typeface="+mn-lt"/>
        <a:ea typeface="+mn-ea"/>
        <a:cs typeface="+mn-cs"/>
      </a:defRPr>
    </a:lvl3pPr>
    <a:lvl4pPr algn="l" defTabSz="457200" eaLnBrk="1" hangingPunct="1" latinLnBrk="0" marL="1371600" rtl="0">
      <a:defRPr kern="1200" sz="1800">
        <a:solidFill>
          <a:schemeClr val="tx1"/>
        </a:solidFill>
        <a:latin typeface="+mn-lt"/>
        <a:ea typeface="+mn-ea"/>
        <a:cs typeface="+mn-cs"/>
      </a:defRPr>
    </a:lvl4pPr>
    <a:lvl5pPr algn="l" defTabSz="457200" eaLnBrk="1" hangingPunct="1" latinLnBrk="0" marL="1828800" rtl="0">
      <a:defRPr kern="1200" sz="1800">
        <a:solidFill>
          <a:schemeClr val="tx1"/>
        </a:solidFill>
        <a:latin typeface="+mn-lt"/>
        <a:ea typeface="+mn-ea"/>
        <a:cs typeface="+mn-cs"/>
      </a:defRPr>
    </a:lvl5pPr>
    <a:lvl6pPr algn="l" defTabSz="457200" eaLnBrk="1" hangingPunct="1" latinLnBrk="0" marL="2286000" rtl="0">
      <a:defRPr kern="1200" sz="1800">
        <a:solidFill>
          <a:schemeClr val="tx1"/>
        </a:solidFill>
        <a:latin typeface="+mn-lt"/>
        <a:ea typeface="+mn-ea"/>
        <a:cs typeface="+mn-cs"/>
      </a:defRPr>
    </a:lvl6pPr>
    <a:lvl7pPr algn="l" defTabSz="457200" eaLnBrk="1" hangingPunct="1" latinLnBrk="0" marL="2743200" rtl="0">
      <a:defRPr kern="1200" sz="1800">
        <a:solidFill>
          <a:schemeClr val="tx1"/>
        </a:solidFill>
        <a:latin typeface="+mn-lt"/>
        <a:ea typeface="+mn-ea"/>
        <a:cs typeface="+mn-cs"/>
      </a:defRPr>
    </a:lvl7pPr>
    <a:lvl8pPr algn="l" defTabSz="457200" eaLnBrk="1" hangingPunct="1" latinLnBrk="0" marL="3200400" rtl="0">
      <a:defRPr kern="1200" sz="1800">
        <a:solidFill>
          <a:schemeClr val="tx1"/>
        </a:solidFill>
        <a:latin typeface="+mn-lt"/>
        <a:ea typeface="+mn-ea"/>
        <a:cs typeface="+mn-cs"/>
      </a:defRPr>
    </a:lvl8pPr>
    <a:lvl9pPr algn="l" defTabSz="457200" eaLnBrk="1" hangingPunct="1" latinLnBrk="0" marL="3657600" rtl="0">
      <a:defRPr kern="1200" sz="18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1620" userDrawn="1">
          <p15:clr>
            <a:srgbClr val="A4A3A4"/>
          </p15:clr>
        </p15:guide>
        <p15:guide id="2" pos="2880" userDrawn="1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p="http://schemas.openxmlformats.org/presentationml/2006/main" xmlns:r="http://schemas.openxmlformats.org/officeDocument/2006/relationships">
  <p:normalViewPr>
    <p:restoredLeft autoAdjust="0" sz="15643"/>
    <p:restoredTop autoAdjust="0" sz="94694"/>
  </p:normalViewPr>
  <p:slideViewPr>
    <p:cSldViewPr snapToGrid="0" snapToObjects="1">
      <p:cViewPr varScale="1">
        <p:scale>
          <a:sx d="100" n="161"/>
          <a:sy d="100" n="161"/>
        </p:scale>
        <p:origin x="560" y="200"/>
      </p:cViewPr>
      <p:guideLst>
        <p:guide orient="horz" pos="1620"/>
        <p:guide pos="2880"/>
      </p:guideLst>
    </p:cSldViewPr>
  </p:slideViewPr>
  <p:outlineViewPr>
    <p:cViewPr>
      <p:scale>
        <a:sx d="100" n="33"/>
        <a:sy d="100" n="33"/>
      </p:scale>
      <p:origin x="0" y="0"/>
    </p:cViewPr>
  </p:outlineViewPr>
  <p:notesTextViewPr>
    <p:cViewPr>
      <p:scale>
        <a:sx d="100" n="100"/>
        <a:sy d="100" n="100"/>
      </p:scale>
      <p:origin x="0" y="0"/>
    </p:cViewPr>
  </p:notesTextViewPr>
  <p:gridSpacing cx="76200" cy="76200"/>
</p:viewPr>
</file>

<file path=ppt/_rels/presentation.xml.rels><?xml version="1.0" encoding="UTF-8"?><Relationships xmlns="http://schemas.openxmlformats.org/package/2006/relationships"><Relationship Id="rId2" Type="http://schemas.openxmlformats.org/officeDocument/2006/relationships/slide" Target="slides/slide1.xml" /><Relationship Id="rId3" Type="http://schemas.openxmlformats.org/officeDocument/2006/relationships/slide" Target="slides/slide2.xml" /><Relationship Id="rId4" Type="http://schemas.openxmlformats.org/officeDocument/2006/relationships/slide" Target="slides/slide3.xml" /><Relationship Id="rId5" Type="http://schemas.openxmlformats.org/officeDocument/2006/relationships/slide" Target="slides/slide4.xml" /><Relationship Id="rId6" Type="http://schemas.openxmlformats.org/officeDocument/2006/relationships/slide" Target="slides/slide5.xml" /><Relationship Id="rId7" Type="http://schemas.openxmlformats.org/officeDocument/2006/relationships/slide" Target="slides/slide6.xml" /><Relationship Id="rId8" Type="http://schemas.openxmlformats.org/officeDocument/2006/relationships/slide" Target="slides/slide7.xml" /><Relationship Id="rId9" Type="http://schemas.openxmlformats.org/officeDocument/2006/relationships/slide" Target="slides/slide8.xml" /><Relationship Id="rId10" Type="http://schemas.openxmlformats.org/officeDocument/2006/relationships/slide" Target="slides/slide9.xml" /><Relationship Id="rId11" Type="http://schemas.openxmlformats.org/officeDocument/2006/relationships/slide" Target="slides/slide10.xml" /><Relationship Id="rId12" Type="http://schemas.openxmlformats.org/officeDocument/2006/relationships/slide" Target="slides/slide11.xml" /><Relationship Id="rId13" Type="http://schemas.openxmlformats.org/officeDocument/2006/relationships/slide" Target="slides/slide12.xml" /><Relationship Id="rId14" Type="http://schemas.openxmlformats.org/officeDocument/2006/relationships/slide" Target="slides/slide13.xml" /><Relationship Id="rId15" Type="http://schemas.openxmlformats.org/officeDocument/2006/relationships/slide" Target="slides/slide14.xml" /><Relationship Id="rId16" Type="http://schemas.openxmlformats.org/officeDocument/2006/relationships/slide" Target="slides/slide15.xml" /><Relationship Id="rId17" Type="http://schemas.openxmlformats.org/officeDocument/2006/relationships/slide" Target="slides/slide16.xml" /><Relationship Id="rId18" Type="http://schemas.openxmlformats.org/officeDocument/2006/relationships/slide" Target="slides/slide17.xml" /><Relationship Id="rId19" Type="http://schemas.openxmlformats.org/officeDocument/2006/relationships/slide" Target="slides/slide18.xml" /><Relationship Id="rId20" Type="http://schemas.openxmlformats.org/officeDocument/2006/relationships/slide" Target="slides/slide19.xml" /><Relationship Id="rId21" Type="http://schemas.openxmlformats.org/officeDocument/2006/relationships/slide" Target="slides/slide20.xml" /><Relationship Id="rId22" Type="http://schemas.openxmlformats.org/officeDocument/2006/relationships/slide" Target="slides/slide21.xml" /><Relationship Id="rId23" Type="http://schemas.openxmlformats.org/officeDocument/2006/relationships/slide" Target="slides/slide22.xml" /><Relationship Id="rId24" Type="http://schemas.openxmlformats.org/officeDocument/2006/relationships/slide" Target="slides/slide23.xml" /><Relationship Id="rId25" Type="http://schemas.openxmlformats.org/officeDocument/2006/relationships/slide" Target="slides/slide24.xml" /><Relationship Id="rId26" Type="http://schemas.openxmlformats.org/officeDocument/2006/relationships/slide" Target="slides/slide25.xml" /><Relationship Id="rId27" Type="http://schemas.openxmlformats.org/officeDocument/2006/relationships/slide" Target="slides/slide26.xml" /><Relationship Id="rId28" Type="http://schemas.openxmlformats.org/officeDocument/2006/relationships/slide" Target="slides/slide27.xml" /><Relationship Id="rId29" Type="http://schemas.openxmlformats.org/officeDocument/2006/relationships/slide" Target="slides/slide28.xml" /><Relationship Id="rId30" Type="http://schemas.openxmlformats.org/officeDocument/2006/relationships/slide" Target="slides/slide29.xml" /><Relationship Id="rId31" Type="http://schemas.openxmlformats.org/officeDocument/2006/relationships/slide" Target="slides/slide30.xml" /><Relationship Id="rId32" Type="http://schemas.openxmlformats.org/officeDocument/2006/relationships/slide" Target="slides/slide31.xml" /><Relationship Id="rId33" Type="http://schemas.openxmlformats.org/officeDocument/2006/relationships/slide" Target="slides/slide32.xml" /><Relationship Id="rId34" Type="http://schemas.openxmlformats.org/officeDocument/2006/relationships/slide" Target="slides/slide33.xml" /><Relationship Id="rId35" Type="http://schemas.openxmlformats.org/officeDocument/2006/relationships/slide" Target="slides/slide34.xml" /><Relationship Id="rId37" Type="http://schemas.openxmlformats.org/officeDocument/2006/relationships/viewProps" Target="viewProps.xml" /><Relationship Id="rId36" Type="http://schemas.openxmlformats.org/officeDocument/2006/relationships/presProps" Target="presProps.xml" /><Relationship Id="rId1" Type="http://schemas.openxmlformats.org/officeDocument/2006/relationships/slideMaster" Target="slideMasters/slideMaster1.xml" /><Relationship Id="rId39" Type="http://schemas.openxmlformats.org/officeDocument/2006/relationships/tableStyles" Target="tableStyles.xml" /><Relationship Id="rId38" Type="http://schemas.openxmlformats.org/officeDocument/2006/relationships/theme" Target="theme/theme1.xml" 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1597819"/>
            <a:ext cx="7772400" cy="1102519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2914650"/>
            <a:ext cx="6400800" cy="131445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3429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685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0287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17145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057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24003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41EB5C9-1307-BA42-ABA2-0BC069CD8E7F}" type="datetimeFigureOut">
              <a:rPr lang="en-US" smtClean="0"/>
              <a:t>1/2/22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5EF2332-01BF-834F-8236-50238282D53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44435751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41EB5C9-1307-BA42-ABA2-0BC069CD8E7F}" type="datetimeFigureOut">
              <a:rPr lang="en-US" smtClean="0"/>
              <a:t>1/2/22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5EF2332-01BF-834F-8236-50238282D53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38346009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3305176"/>
            <a:ext cx="7772400" cy="1021556"/>
          </a:xfrm>
        </p:spPr>
        <p:txBody>
          <a:bodyPr anchor="t"/>
          <a:lstStyle>
            <a:lvl1pPr algn="l">
              <a:defRPr sz="3000" b="1" cap="all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180035"/>
            <a:ext cx="7772400" cy="1125140"/>
          </a:xfrm>
        </p:spPr>
        <p:txBody>
          <a:bodyPr anchor="b"/>
          <a:lstStyle>
            <a:lvl1pPr marL="0" indent="0">
              <a:buNone/>
              <a:defRPr sz="1500">
                <a:solidFill>
                  <a:schemeClr val="tx1">
                    <a:tint val="75000"/>
                  </a:schemeClr>
                </a:solidFill>
              </a:defRPr>
            </a:lvl1pPr>
            <a:lvl2pPr marL="342900" indent="0">
              <a:buNone/>
              <a:defRPr sz="1350">
                <a:solidFill>
                  <a:schemeClr val="tx1">
                    <a:tint val="75000"/>
                  </a:schemeClr>
                </a:solidFill>
              </a:defRPr>
            </a:lvl2pPr>
            <a:lvl3pPr marL="6858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3pPr>
            <a:lvl4pPr marL="1028700" indent="0">
              <a:buNone/>
              <a:defRPr sz="1050">
                <a:solidFill>
                  <a:schemeClr val="tx1">
                    <a:tint val="75000"/>
                  </a:schemeClr>
                </a:solidFill>
              </a:defRPr>
            </a:lvl4pPr>
            <a:lvl5pPr marL="1371600" indent="0">
              <a:buNone/>
              <a:defRPr sz="1050">
                <a:solidFill>
                  <a:schemeClr val="tx1">
                    <a:tint val="75000"/>
                  </a:schemeClr>
                </a:solidFill>
              </a:defRPr>
            </a:lvl5pPr>
            <a:lvl6pPr marL="1714500" indent="0">
              <a:buNone/>
              <a:defRPr sz="1050">
                <a:solidFill>
                  <a:schemeClr val="tx1">
                    <a:tint val="75000"/>
                  </a:schemeClr>
                </a:solidFill>
              </a:defRPr>
            </a:lvl6pPr>
            <a:lvl7pPr marL="2057400" indent="0">
              <a:buNone/>
              <a:defRPr sz="1050">
                <a:solidFill>
                  <a:schemeClr val="tx1">
                    <a:tint val="75000"/>
                  </a:schemeClr>
                </a:solidFill>
              </a:defRPr>
            </a:lvl7pPr>
            <a:lvl8pPr marL="2400300" indent="0">
              <a:buNone/>
              <a:defRPr sz="1050">
                <a:solidFill>
                  <a:schemeClr val="tx1">
                    <a:tint val="75000"/>
                  </a:schemeClr>
                </a:solidFill>
              </a:defRPr>
            </a:lvl8pPr>
            <a:lvl9pPr marL="2743200" indent="0">
              <a:buNone/>
              <a:defRPr sz="105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41EB5C9-1307-BA42-ABA2-0BC069CD8E7F}" type="datetimeFigureOut">
              <a:rPr lang="en-US" smtClean="0"/>
              <a:t>1/2/22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5EF2332-01BF-834F-8236-50238282D53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73069076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200151"/>
            <a:ext cx="4038600" cy="3394472"/>
          </a:xfrm>
        </p:spPr>
        <p:txBody>
          <a:bodyPr/>
          <a:lstStyle>
            <a:lvl1pPr>
              <a:defRPr sz="2100"/>
            </a:lvl1pPr>
            <a:lvl2pPr>
              <a:defRPr sz="1800"/>
            </a:lvl2pPr>
            <a:lvl3pPr>
              <a:defRPr sz="1500"/>
            </a:lvl3pPr>
            <a:lvl4pPr>
              <a:defRPr sz="1350"/>
            </a:lvl4pPr>
            <a:lvl5pPr>
              <a:defRPr sz="1350"/>
            </a:lvl5pPr>
            <a:lvl6pPr>
              <a:defRPr sz="1350"/>
            </a:lvl6pPr>
            <a:lvl7pPr>
              <a:defRPr sz="1350"/>
            </a:lvl7pPr>
            <a:lvl8pPr>
              <a:defRPr sz="1350"/>
            </a:lvl8pPr>
            <a:lvl9pPr>
              <a:defRPr sz="135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200151"/>
            <a:ext cx="4038600" cy="3394472"/>
          </a:xfrm>
        </p:spPr>
        <p:txBody>
          <a:bodyPr/>
          <a:lstStyle>
            <a:lvl1pPr>
              <a:defRPr sz="2100"/>
            </a:lvl1pPr>
            <a:lvl2pPr>
              <a:defRPr sz="1800"/>
            </a:lvl2pPr>
            <a:lvl3pPr>
              <a:defRPr sz="1500"/>
            </a:lvl3pPr>
            <a:lvl4pPr>
              <a:defRPr sz="1350"/>
            </a:lvl4pPr>
            <a:lvl5pPr>
              <a:defRPr sz="1350"/>
            </a:lvl5pPr>
            <a:lvl6pPr>
              <a:defRPr sz="1350"/>
            </a:lvl6pPr>
            <a:lvl7pPr>
              <a:defRPr sz="1350"/>
            </a:lvl7pPr>
            <a:lvl8pPr>
              <a:defRPr sz="1350"/>
            </a:lvl8pPr>
            <a:lvl9pPr>
              <a:defRPr sz="135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41EB5C9-1307-BA42-ABA2-0BC069CD8E7F}" type="datetimeFigureOut">
              <a:rPr lang="en-US" smtClean="0"/>
              <a:t>1/2/22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5EF2332-01BF-834F-8236-50238282D53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9886245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151335"/>
            <a:ext cx="4040188" cy="479822"/>
          </a:xfrm>
        </p:spPr>
        <p:txBody>
          <a:bodyPr anchor="b"/>
          <a:lstStyle>
            <a:lvl1pPr marL="0" indent="0">
              <a:buNone/>
              <a:defRPr sz="1800" b="1"/>
            </a:lvl1pPr>
            <a:lvl2pPr marL="342900" indent="0">
              <a:buNone/>
              <a:defRPr sz="1500" b="1"/>
            </a:lvl2pPr>
            <a:lvl3pPr marL="685800" indent="0">
              <a:buNone/>
              <a:defRPr sz="1350" b="1"/>
            </a:lvl3pPr>
            <a:lvl4pPr marL="1028700" indent="0">
              <a:buNone/>
              <a:defRPr sz="1200" b="1"/>
            </a:lvl4pPr>
            <a:lvl5pPr marL="1371600" indent="0">
              <a:buNone/>
              <a:defRPr sz="1200" b="1"/>
            </a:lvl5pPr>
            <a:lvl6pPr marL="1714500" indent="0">
              <a:buNone/>
              <a:defRPr sz="1200" b="1"/>
            </a:lvl6pPr>
            <a:lvl7pPr marL="2057400" indent="0">
              <a:buNone/>
              <a:defRPr sz="1200" b="1"/>
            </a:lvl7pPr>
            <a:lvl8pPr marL="2400300" indent="0">
              <a:buNone/>
              <a:defRPr sz="1200" b="1"/>
            </a:lvl8pPr>
            <a:lvl9pPr marL="2743200" indent="0">
              <a:buNone/>
              <a:defRPr sz="12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1631156"/>
            <a:ext cx="4040188" cy="2963466"/>
          </a:xfrm>
        </p:spPr>
        <p:txBody>
          <a:bodyPr/>
          <a:lstStyle>
            <a:lvl1pPr>
              <a:defRPr sz="1800"/>
            </a:lvl1pPr>
            <a:lvl2pPr>
              <a:defRPr sz="1500"/>
            </a:lvl2pPr>
            <a:lvl3pPr>
              <a:defRPr sz="1350"/>
            </a:lvl3pPr>
            <a:lvl4pPr>
              <a:defRPr sz="1200"/>
            </a:lvl4pPr>
            <a:lvl5pPr>
              <a:defRPr sz="1200"/>
            </a:lvl5pPr>
            <a:lvl6pPr>
              <a:defRPr sz="1200"/>
            </a:lvl6pPr>
            <a:lvl7pPr>
              <a:defRPr sz="1200"/>
            </a:lvl7pPr>
            <a:lvl8pPr>
              <a:defRPr sz="1200"/>
            </a:lvl8pPr>
            <a:lvl9pPr>
              <a:defRPr sz="12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6" y="1151335"/>
            <a:ext cx="4041775" cy="479822"/>
          </a:xfrm>
        </p:spPr>
        <p:txBody>
          <a:bodyPr anchor="b"/>
          <a:lstStyle>
            <a:lvl1pPr marL="0" indent="0">
              <a:buNone/>
              <a:defRPr sz="1800" b="1"/>
            </a:lvl1pPr>
            <a:lvl2pPr marL="342900" indent="0">
              <a:buNone/>
              <a:defRPr sz="1500" b="1"/>
            </a:lvl2pPr>
            <a:lvl3pPr marL="685800" indent="0">
              <a:buNone/>
              <a:defRPr sz="1350" b="1"/>
            </a:lvl3pPr>
            <a:lvl4pPr marL="1028700" indent="0">
              <a:buNone/>
              <a:defRPr sz="1200" b="1"/>
            </a:lvl4pPr>
            <a:lvl5pPr marL="1371600" indent="0">
              <a:buNone/>
              <a:defRPr sz="1200" b="1"/>
            </a:lvl5pPr>
            <a:lvl6pPr marL="1714500" indent="0">
              <a:buNone/>
              <a:defRPr sz="1200" b="1"/>
            </a:lvl6pPr>
            <a:lvl7pPr marL="2057400" indent="0">
              <a:buNone/>
              <a:defRPr sz="1200" b="1"/>
            </a:lvl7pPr>
            <a:lvl8pPr marL="2400300" indent="0">
              <a:buNone/>
              <a:defRPr sz="1200" b="1"/>
            </a:lvl8pPr>
            <a:lvl9pPr marL="2743200" indent="0">
              <a:buNone/>
              <a:defRPr sz="12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6" y="1631156"/>
            <a:ext cx="4041775" cy="2963466"/>
          </a:xfrm>
        </p:spPr>
        <p:txBody>
          <a:bodyPr/>
          <a:lstStyle>
            <a:lvl1pPr>
              <a:defRPr sz="1800"/>
            </a:lvl1pPr>
            <a:lvl2pPr>
              <a:defRPr sz="1500"/>
            </a:lvl2pPr>
            <a:lvl3pPr>
              <a:defRPr sz="1350"/>
            </a:lvl3pPr>
            <a:lvl4pPr>
              <a:defRPr sz="1200"/>
            </a:lvl4pPr>
            <a:lvl5pPr>
              <a:defRPr sz="1200"/>
            </a:lvl5pPr>
            <a:lvl6pPr>
              <a:defRPr sz="1200"/>
            </a:lvl6pPr>
            <a:lvl7pPr>
              <a:defRPr sz="1200"/>
            </a:lvl7pPr>
            <a:lvl8pPr>
              <a:defRPr sz="1200"/>
            </a:lvl8pPr>
            <a:lvl9pPr>
              <a:defRPr sz="12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41EB5C9-1307-BA42-ABA2-0BC069CD8E7F}" type="datetimeFigureOut">
              <a:rPr lang="en-US" smtClean="0"/>
              <a:t>1/2/22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5EF2332-01BF-834F-8236-50238282D53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535793967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41EB5C9-1307-BA42-ABA2-0BC069CD8E7F}" type="datetimeFigureOut">
              <a:rPr lang="en-US" smtClean="0"/>
              <a:t>1/2/22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5EF2332-01BF-834F-8236-50238282D53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472721253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41EB5C9-1307-BA42-ABA2-0BC069CD8E7F}" type="datetimeFigureOut">
              <a:rPr lang="en-US" smtClean="0"/>
              <a:t>1/2/22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5EF2332-01BF-834F-8236-50238282D53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130901097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1" y="204787"/>
            <a:ext cx="3008313" cy="871538"/>
          </a:xfrm>
        </p:spPr>
        <p:txBody>
          <a:bodyPr anchor="b"/>
          <a:lstStyle>
            <a:lvl1pPr algn="l">
              <a:defRPr sz="15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04788"/>
            <a:ext cx="5111750" cy="4389835"/>
          </a:xfrm>
        </p:spPr>
        <p:txBody>
          <a:bodyPr/>
          <a:lstStyle>
            <a:lvl1pPr>
              <a:defRPr sz="2400"/>
            </a:lvl1pPr>
            <a:lvl2pPr>
              <a:defRPr sz="2100"/>
            </a:lvl2pPr>
            <a:lvl3pPr>
              <a:defRPr sz="1800"/>
            </a:lvl3pPr>
            <a:lvl4pPr>
              <a:defRPr sz="1500"/>
            </a:lvl4pPr>
            <a:lvl5pPr>
              <a:defRPr sz="1500"/>
            </a:lvl5pPr>
            <a:lvl6pPr>
              <a:defRPr sz="1500"/>
            </a:lvl6pPr>
            <a:lvl7pPr>
              <a:defRPr sz="1500"/>
            </a:lvl7pPr>
            <a:lvl8pPr>
              <a:defRPr sz="1500"/>
            </a:lvl8pPr>
            <a:lvl9pPr>
              <a:defRPr sz="15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1" y="1076326"/>
            <a:ext cx="3008313" cy="3518297"/>
          </a:xfrm>
        </p:spPr>
        <p:txBody>
          <a:bodyPr/>
          <a:lstStyle>
            <a:lvl1pPr marL="0" indent="0">
              <a:buNone/>
              <a:defRPr sz="1050"/>
            </a:lvl1pPr>
            <a:lvl2pPr marL="342900" indent="0">
              <a:buNone/>
              <a:defRPr sz="900"/>
            </a:lvl2pPr>
            <a:lvl3pPr marL="685800" indent="0">
              <a:buNone/>
              <a:defRPr sz="750"/>
            </a:lvl3pPr>
            <a:lvl4pPr marL="1028700" indent="0">
              <a:buNone/>
              <a:defRPr sz="675"/>
            </a:lvl4pPr>
            <a:lvl5pPr marL="1371600" indent="0">
              <a:buNone/>
              <a:defRPr sz="675"/>
            </a:lvl5pPr>
            <a:lvl6pPr marL="1714500" indent="0">
              <a:buNone/>
              <a:defRPr sz="675"/>
            </a:lvl6pPr>
            <a:lvl7pPr marL="2057400" indent="0">
              <a:buNone/>
              <a:defRPr sz="675"/>
            </a:lvl7pPr>
            <a:lvl8pPr marL="2400300" indent="0">
              <a:buNone/>
              <a:defRPr sz="675"/>
            </a:lvl8pPr>
            <a:lvl9pPr marL="2743200" indent="0">
              <a:buNone/>
              <a:defRPr sz="675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41EB5C9-1307-BA42-ABA2-0BC069CD8E7F}" type="datetimeFigureOut">
              <a:rPr lang="en-US" smtClean="0"/>
              <a:t>1/2/22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5EF2332-01BF-834F-8236-50238282D53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540895647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3600450"/>
            <a:ext cx="5486400" cy="425054"/>
          </a:xfrm>
        </p:spPr>
        <p:txBody>
          <a:bodyPr anchor="b"/>
          <a:lstStyle>
            <a:lvl1pPr algn="l">
              <a:defRPr sz="15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459581"/>
            <a:ext cx="5486400" cy="3086100"/>
          </a:xfrm>
        </p:spPr>
        <p:txBody>
          <a:bodyPr/>
          <a:lstStyle>
            <a:lvl1pPr marL="0" indent="0">
              <a:buNone/>
              <a:defRPr sz="2400"/>
            </a:lvl1pPr>
            <a:lvl2pPr marL="342900" indent="0">
              <a:buNone/>
              <a:defRPr sz="2100"/>
            </a:lvl2pPr>
            <a:lvl3pPr marL="685800" indent="0">
              <a:buNone/>
              <a:defRPr sz="1800"/>
            </a:lvl3pPr>
            <a:lvl4pPr marL="1028700" indent="0">
              <a:buNone/>
              <a:defRPr sz="1500"/>
            </a:lvl4pPr>
            <a:lvl5pPr marL="1371600" indent="0">
              <a:buNone/>
              <a:defRPr sz="1500"/>
            </a:lvl5pPr>
            <a:lvl6pPr marL="1714500" indent="0">
              <a:buNone/>
              <a:defRPr sz="1500"/>
            </a:lvl6pPr>
            <a:lvl7pPr marL="2057400" indent="0">
              <a:buNone/>
              <a:defRPr sz="1500"/>
            </a:lvl7pPr>
            <a:lvl8pPr marL="2400300" indent="0">
              <a:buNone/>
              <a:defRPr sz="1500"/>
            </a:lvl8pPr>
            <a:lvl9pPr marL="2743200" indent="0">
              <a:buNone/>
              <a:defRPr sz="15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4025503"/>
            <a:ext cx="5486400" cy="603647"/>
          </a:xfrm>
        </p:spPr>
        <p:txBody>
          <a:bodyPr/>
          <a:lstStyle>
            <a:lvl1pPr marL="0" indent="0">
              <a:buNone/>
              <a:defRPr sz="1050"/>
            </a:lvl1pPr>
            <a:lvl2pPr marL="342900" indent="0">
              <a:buNone/>
              <a:defRPr sz="900"/>
            </a:lvl2pPr>
            <a:lvl3pPr marL="685800" indent="0">
              <a:buNone/>
              <a:defRPr sz="750"/>
            </a:lvl3pPr>
            <a:lvl4pPr marL="1028700" indent="0">
              <a:buNone/>
              <a:defRPr sz="675"/>
            </a:lvl4pPr>
            <a:lvl5pPr marL="1371600" indent="0">
              <a:buNone/>
              <a:defRPr sz="675"/>
            </a:lvl5pPr>
            <a:lvl6pPr marL="1714500" indent="0">
              <a:buNone/>
              <a:defRPr sz="675"/>
            </a:lvl6pPr>
            <a:lvl7pPr marL="2057400" indent="0">
              <a:buNone/>
              <a:defRPr sz="675"/>
            </a:lvl7pPr>
            <a:lvl8pPr marL="2400300" indent="0">
              <a:buNone/>
              <a:defRPr sz="675"/>
            </a:lvl8pPr>
            <a:lvl9pPr marL="2743200" indent="0">
              <a:buNone/>
              <a:defRPr sz="675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41EB5C9-1307-BA42-ABA2-0BC069CD8E7F}" type="datetimeFigureOut">
              <a:rPr lang="en-US" smtClean="0"/>
              <a:t>1/2/22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5EF2332-01BF-834F-8236-50238282D53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566899855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41EB5C9-1307-BA42-ABA2-0BC069CD8E7F}" type="datetimeFigureOut">
              <a:rPr lang="en-US" smtClean="0"/>
              <a:t>1/2/22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5EF2332-01BF-834F-8236-50238282D53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3914798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05979"/>
            <a:ext cx="2057400" cy="4388644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05979"/>
            <a:ext cx="6019800" cy="4388644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41EB5C9-1307-BA42-ABA2-0BC069CD8E7F}" type="datetimeFigureOut">
              <a:rPr lang="en-US" smtClean="0"/>
              <a:t>1/2/22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5EF2332-01BF-834F-8236-50238282D53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581529045"/>
      </p:ext>
    </p:extLst>
  </p:cSld>
  <p:clrMapOvr>
    <a:masterClrMapping/>
  </p:clrMapOvr>
</p:sldLayout>
</file>

<file path=ppt/slideMasters/_rels/slideMaster1.xml.rels><?xml version="1.0" encoding="UTF-8"?><Relationships xmlns="http://schemas.openxmlformats.org/package/2006/relationships"><Relationship Id="rId8" Target="../slideLayouts/slideLayout8.xml" Type="http://schemas.openxmlformats.org/officeDocument/2006/relationships/slideLayout" /><Relationship Id="rId3" Target="../slideLayouts/slideLayout3.xml" Type="http://schemas.openxmlformats.org/officeDocument/2006/relationships/slideLayout" /><Relationship Id="rId7" Target="../slideLayouts/slideLayout7.xml" Type="http://schemas.openxmlformats.org/officeDocument/2006/relationships/slideLayout" /><Relationship Id="rId12" Target="../theme/theme1.xml" Type="http://schemas.openxmlformats.org/officeDocument/2006/relationships/theme" /><Relationship Id="rId2" Target="../slideLayouts/slideLayout2.xml" Type="http://schemas.openxmlformats.org/officeDocument/2006/relationships/slideLayout" /><Relationship Id="rId1" Target="../slideLayouts/slideLayout1.xml" Type="http://schemas.openxmlformats.org/officeDocument/2006/relationships/slideLayout" /><Relationship Id="rId6" Target="../slideLayouts/slideLayout6.xml" Type="http://schemas.openxmlformats.org/officeDocument/2006/relationships/slideLayout" /><Relationship Id="rId11" Target="../slideLayouts/slideLayout11.xml" Type="http://schemas.openxmlformats.org/officeDocument/2006/relationships/slideLayout" /><Relationship Id="rId5" Target="../slideLayouts/slideLayout5.xml" Type="http://schemas.openxmlformats.org/officeDocument/2006/relationships/slideLayout" /><Relationship Id="rId10" Target="../slideLayouts/slideLayout10.xml" Type="http://schemas.openxmlformats.org/officeDocument/2006/relationships/slideLayout" /><Relationship Id="rId4" Target="../slideLayouts/slideLayout4.xml" Type="http://schemas.openxmlformats.org/officeDocument/2006/relationships/slideLayout" /><Relationship Id="rId9" Target="../slideLayouts/slideLayout9.xml" Type="http://schemas.openxmlformats.org/officeDocument/2006/relationships/slideLayout" /></Relationships>
</file>

<file path=ppt/slideMasters/slideMaster1.xml><?xml version="1.0" encoding="utf-8"?>
<p:sldMaster xmlns:a="http://schemas.openxmlformats.org/drawingml/2006/main" xmlns:p="http://schemas.openxmlformats.org/presentationml/2006/main" xmlns:r="http://schemas.openxmlformats.org/officeDocument/2006/relationships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05979"/>
            <a:ext cx="8229600" cy="857250"/>
          </a:xfrm>
          <a:prstGeom prst="rect">
            <a:avLst/>
          </a:prstGeom>
        </p:spPr>
        <p:txBody>
          <a:bodyPr anchor="ctr" bIns="45720" lIns="91440" rIns="91440" rtlCol="0" tIns="45720" vert="horz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idx="1" type="body"/>
          </p:nvPr>
        </p:nvSpPr>
        <p:spPr>
          <a:xfrm>
            <a:off x="457200" y="1200151"/>
            <a:ext cx="8229600" cy="3394472"/>
          </a:xfrm>
          <a:prstGeom prst="rect">
            <a:avLst/>
          </a:prstGeom>
        </p:spPr>
        <p:txBody>
          <a:bodyPr bIns="45720" lIns="91440" rIns="91440" rtlCol="0" tIns="45720" vert="horz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idx="2" sz="half" type="dt"/>
          </p:nvPr>
        </p:nvSpPr>
        <p:spPr>
          <a:xfrm>
            <a:off x="457200" y="4767263"/>
            <a:ext cx="2133600" cy="273844"/>
          </a:xfrm>
          <a:prstGeom prst="rect">
            <a:avLst/>
          </a:prstGeom>
        </p:spPr>
        <p:txBody>
          <a:bodyPr anchor="ctr" bIns="45720" lIns="91440" rIns="91440" rtlCol="0" tIns="45720" vert="horz"/>
          <a:lstStyle>
            <a:lvl1pPr algn="l">
              <a:defRPr sz="9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241EB5C9-1307-BA42-ABA2-0BC069CD8E7F}" type="datetimeFigureOut">
              <a:rPr lang="en-US" smtClean="0"/>
              <a:t>1/2/22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idx="3" sz="quarter" type="ftr"/>
          </p:nvPr>
        </p:nvSpPr>
        <p:spPr>
          <a:xfrm>
            <a:off x="3124200" y="4767263"/>
            <a:ext cx="2895600" cy="273844"/>
          </a:xfrm>
          <a:prstGeom prst="rect">
            <a:avLst/>
          </a:prstGeom>
        </p:spPr>
        <p:txBody>
          <a:bodyPr anchor="ctr" bIns="45720" lIns="91440" rIns="91440" rtlCol="0" tIns="45720" vert="horz"/>
          <a:lstStyle>
            <a:lvl1pPr algn="ctr">
              <a:defRPr sz="9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idx="4" sz="quarter" type="sldNum"/>
          </p:nvPr>
        </p:nvSpPr>
        <p:spPr>
          <a:xfrm>
            <a:off x="6553200" y="4767263"/>
            <a:ext cx="2133600" cy="273844"/>
          </a:xfrm>
          <a:prstGeom prst="rect">
            <a:avLst/>
          </a:prstGeom>
        </p:spPr>
        <p:txBody>
          <a:bodyPr anchor="ctr" bIns="45720" lIns="91440" rIns="91440" rtlCol="0" tIns="45720" vert="horz"/>
          <a:lstStyle>
            <a:lvl1pPr algn="r">
              <a:defRPr sz="9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5EF2332-01BF-834F-8236-50238282D53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76200875"/>
      </p:ext>
    </p:extLst>
  </p:cSld>
  <p:clrMap accent1="accent1" accent2="accent2" accent3="accent3" accent4="accent4" accent5="accent5" accent6="accent6" bg1="lt1" bg2="lt2" folHlink="folHlink" hlink="hlink" tx1="dk1" tx2="dk2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342900" eaLnBrk="1" hangingPunct="1" latinLnBrk="0" rtl="0">
        <a:spcBef>
          <a:spcPct val="0"/>
        </a:spcBef>
        <a:buNone/>
        <a:defRPr kern="1200" sz="33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algn="l" defTabSz="342900" eaLnBrk="1" hangingPunct="1" indent="-342900" latinLnBrk="0" marL="342900" rtl="0">
        <a:spcBef>
          <a:spcPct val="20000"/>
        </a:spcBef>
        <a:buFont typeface="Arial"/>
        <a:buChar char="•"/>
        <a:defRPr kern="1200" sz="2400">
          <a:solidFill>
            <a:schemeClr val="tx1"/>
          </a:solidFill>
          <a:latin typeface="+mn-lt"/>
          <a:ea typeface="+mn-ea"/>
          <a:cs typeface="+mn-cs"/>
        </a:defRPr>
      </a:lvl1pPr>
      <a:lvl2pPr algn="l" defTabSz="342900" eaLnBrk="1" hangingPunct="1" indent="-342900" latinLnBrk="0" marL="685800" rtl="0">
        <a:spcBef>
          <a:spcPct val="20000"/>
        </a:spcBef>
        <a:buFont typeface="Arial"/>
        <a:buChar char="–"/>
        <a:defRPr kern="1200" sz="2100">
          <a:solidFill>
            <a:schemeClr val="tx1"/>
          </a:solidFill>
          <a:latin typeface="+mn-lt"/>
          <a:ea typeface="+mn-ea"/>
          <a:cs typeface="+mn-cs"/>
        </a:defRPr>
      </a:lvl2pPr>
      <a:lvl3pPr algn="l" defTabSz="342900" eaLnBrk="1" hangingPunct="1" indent="-342900" latinLnBrk="0" marL="1028700" rtl="0">
        <a:spcBef>
          <a:spcPct val="20000"/>
        </a:spcBef>
        <a:buFont typeface="Arial"/>
        <a:buChar char="•"/>
        <a:defRPr kern="1200" sz="1800">
          <a:solidFill>
            <a:schemeClr val="tx1"/>
          </a:solidFill>
          <a:latin typeface="+mn-lt"/>
          <a:ea typeface="+mn-ea"/>
          <a:cs typeface="+mn-cs"/>
        </a:defRPr>
      </a:lvl3pPr>
      <a:lvl4pPr algn="l" defTabSz="342900" eaLnBrk="1" hangingPunct="1" indent="-342900" latinLnBrk="0" marL="1371600" rtl="0">
        <a:spcBef>
          <a:spcPct val="20000"/>
        </a:spcBef>
        <a:buFont typeface="Arial"/>
        <a:buChar char="–"/>
        <a:defRPr kern="1200" sz="1500">
          <a:solidFill>
            <a:schemeClr val="tx1"/>
          </a:solidFill>
          <a:latin typeface="+mn-lt"/>
          <a:ea typeface="+mn-ea"/>
          <a:cs typeface="+mn-cs"/>
        </a:defRPr>
      </a:lvl4pPr>
      <a:lvl5pPr algn="l" defTabSz="342900" eaLnBrk="1" hangingPunct="1" indent="-342900" latinLnBrk="0" marL="1714500" rtl="0">
        <a:spcBef>
          <a:spcPct val="20000"/>
        </a:spcBef>
        <a:buFont typeface="Arial"/>
        <a:buChar char="»"/>
        <a:defRPr kern="1200" sz="1500">
          <a:solidFill>
            <a:schemeClr val="tx1"/>
          </a:solidFill>
          <a:latin typeface="+mn-lt"/>
          <a:ea typeface="+mn-ea"/>
          <a:cs typeface="+mn-cs"/>
        </a:defRPr>
      </a:lvl5pPr>
      <a:lvl6pPr algn="l" defTabSz="342900" eaLnBrk="1" hangingPunct="1" indent="-342900" latinLnBrk="0" marL="2057400" rtl="0">
        <a:spcBef>
          <a:spcPct val="20000"/>
        </a:spcBef>
        <a:buFont typeface="Arial"/>
        <a:buChar char="•"/>
        <a:defRPr kern="1200" sz="1500">
          <a:solidFill>
            <a:schemeClr val="tx1"/>
          </a:solidFill>
          <a:latin typeface="+mn-lt"/>
          <a:ea typeface="+mn-ea"/>
          <a:cs typeface="+mn-cs"/>
        </a:defRPr>
      </a:lvl6pPr>
      <a:lvl7pPr algn="l" defTabSz="342900" eaLnBrk="1" hangingPunct="1" indent="-342900" latinLnBrk="0" marL="2400300" rtl="0">
        <a:spcBef>
          <a:spcPct val="20000"/>
        </a:spcBef>
        <a:buFont typeface="Arial"/>
        <a:buChar char="•"/>
        <a:defRPr kern="1200" sz="1500">
          <a:solidFill>
            <a:schemeClr val="tx1"/>
          </a:solidFill>
          <a:latin typeface="+mn-lt"/>
          <a:ea typeface="+mn-ea"/>
          <a:cs typeface="+mn-cs"/>
        </a:defRPr>
      </a:lvl7pPr>
      <a:lvl8pPr algn="l" defTabSz="342900" eaLnBrk="1" hangingPunct="1" indent="-342900" latinLnBrk="0" marL="2743200" rtl="0">
        <a:spcBef>
          <a:spcPct val="20000"/>
        </a:spcBef>
        <a:buFont typeface="Arial"/>
        <a:buChar char="•"/>
        <a:defRPr kern="1200" sz="1500">
          <a:solidFill>
            <a:schemeClr val="tx1"/>
          </a:solidFill>
          <a:latin typeface="+mn-lt"/>
          <a:ea typeface="+mn-ea"/>
          <a:cs typeface="+mn-cs"/>
        </a:defRPr>
      </a:lvl8pPr>
      <a:lvl9pPr algn="l" defTabSz="342900" eaLnBrk="1" hangingPunct="1" indent="-342900" latinLnBrk="0" marL="3086100" rtl="0">
        <a:spcBef>
          <a:spcPct val="20000"/>
        </a:spcBef>
        <a:buFont typeface="Arial"/>
        <a:buChar char="•"/>
        <a:defRPr kern="1200" sz="15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algn="l" defTabSz="342900" eaLnBrk="1" hangingPunct="1" latinLnBrk="0" marL="0" rtl="0">
        <a:defRPr kern="1200" sz="1350">
          <a:solidFill>
            <a:schemeClr val="tx1"/>
          </a:solidFill>
          <a:latin typeface="+mn-lt"/>
          <a:ea typeface="+mn-ea"/>
          <a:cs typeface="+mn-cs"/>
        </a:defRPr>
      </a:lvl1pPr>
      <a:lvl2pPr algn="l" defTabSz="342900" eaLnBrk="1" hangingPunct="1" latinLnBrk="0" marL="342900" rtl="0">
        <a:defRPr kern="1200" sz="1350">
          <a:solidFill>
            <a:schemeClr val="tx1"/>
          </a:solidFill>
          <a:latin typeface="+mn-lt"/>
          <a:ea typeface="+mn-ea"/>
          <a:cs typeface="+mn-cs"/>
        </a:defRPr>
      </a:lvl2pPr>
      <a:lvl3pPr algn="l" defTabSz="342900" eaLnBrk="1" hangingPunct="1" latinLnBrk="0" marL="685800" rtl="0">
        <a:defRPr kern="1200" sz="1350">
          <a:solidFill>
            <a:schemeClr val="tx1"/>
          </a:solidFill>
          <a:latin typeface="+mn-lt"/>
          <a:ea typeface="+mn-ea"/>
          <a:cs typeface="+mn-cs"/>
        </a:defRPr>
      </a:lvl3pPr>
      <a:lvl4pPr algn="l" defTabSz="342900" eaLnBrk="1" hangingPunct="1" latinLnBrk="0" marL="1028700" rtl="0">
        <a:defRPr kern="1200" sz="1350">
          <a:solidFill>
            <a:schemeClr val="tx1"/>
          </a:solidFill>
          <a:latin typeface="+mn-lt"/>
          <a:ea typeface="+mn-ea"/>
          <a:cs typeface="+mn-cs"/>
        </a:defRPr>
      </a:lvl4pPr>
      <a:lvl5pPr algn="l" defTabSz="342900" eaLnBrk="1" hangingPunct="1" latinLnBrk="0" marL="1371600" rtl="0">
        <a:defRPr kern="1200" sz="1350">
          <a:solidFill>
            <a:schemeClr val="tx1"/>
          </a:solidFill>
          <a:latin typeface="+mn-lt"/>
          <a:ea typeface="+mn-ea"/>
          <a:cs typeface="+mn-cs"/>
        </a:defRPr>
      </a:lvl5pPr>
      <a:lvl6pPr algn="l" defTabSz="342900" eaLnBrk="1" hangingPunct="1" latinLnBrk="0" marL="1714500" rtl="0">
        <a:defRPr kern="1200" sz="1350">
          <a:solidFill>
            <a:schemeClr val="tx1"/>
          </a:solidFill>
          <a:latin typeface="+mn-lt"/>
          <a:ea typeface="+mn-ea"/>
          <a:cs typeface="+mn-cs"/>
        </a:defRPr>
      </a:lvl6pPr>
      <a:lvl7pPr algn="l" defTabSz="342900" eaLnBrk="1" hangingPunct="1" latinLnBrk="0" marL="2057400" rtl="0">
        <a:defRPr kern="1200" sz="1350">
          <a:solidFill>
            <a:schemeClr val="tx1"/>
          </a:solidFill>
          <a:latin typeface="+mn-lt"/>
          <a:ea typeface="+mn-ea"/>
          <a:cs typeface="+mn-cs"/>
        </a:defRPr>
      </a:lvl7pPr>
      <a:lvl8pPr algn="l" defTabSz="342900" eaLnBrk="1" hangingPunct="1" latinLnBrk="0" marL="2400300" rtl="0">
        <a:defRPr kern="1200" sz="1350">
          <a:solidFill>
            <a:schemeClr val="tx1"/>
          </a:solidFill>
          <a:latin typeface="+mn-lt"/>
          <a:ea typeface="+mn-ea"/>
          <a:cs typeface="+mn-cs"/>
        </a:defRPr>
      </a:lvl8pPr>
      <a:lvl9pPr algn="l" defTabSz="342900" eaLnBrk="1" hangingPunct="1" latinLnBrk="0" marL="2743200" rtl="0">
        <a:defRPr kern="1200" sz="135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?><Relationships xmlns="http://schemas.openxmlformats.org/package/2006/relationships"><Relationship Id="rId1" Type="http://schemas.openxmlformats.org/officeDocument/2006/relationships/slideLayout" Target="../slideLayouts/slideLayout1.xml" /></Relationships>
</file>

<file path=ppt/slides/_rels/slide2.xml.rels><?xml version="1.0" encoding="UTF-8"?><Relationships xmlns="http://schemas.openxmlformats.org/package/2006/relationships"><Relationship Id="rId1" Type="http://schemas.openxmlformats.org/officeDocument/2006/relationships/slideLayout" Target="../slideLayouts/slideLayout2.xml" /></Relationships>
</file>

<file path=ppt/slides/_rels/slide3.xml.rels><?xml version="1.0" encoding="UTF-8"?><Relationships xmlns="http://schemas.openxmlformats.org/package/2006/relationships"><Relationship Id="rId1" Type="http://schemas.openxmlformats.org/officeDocument/2006/relationships/slideLayout" Target="../slideLayouts/slideLayout2.xml" /></Relationships>
</file>

<file path=ppt/slides/_rels/slide4.xml.rels><?xml version="1.0" encoding="UTF-8"?><Relationships xmlns="http://schemas.openxmlformats.org/package/2006/relationships"><Relationship Id="rId1" Type="http://schemas.openxmlformats.org/officeDocument/2006/relationships/slideLayout" Target="../slideLayouts/slideLayout2.xml" /></Relationships>
</file>

<file path=ppt/slides/_rels/slide5.xml.rels><?xml version="1.0" encoding="UTF-8"?><Relationships xmlns="http://schemas.openxmlformats.org/package/2006/relationships"><Relationship Id="rId1" Type="http://schemas.openxmlformats.org/officeDocument/2006/relationships/slideLayout" Target="../slideLayouts/slideLayout2.xml" /></Relationships>
</file>

<file path=ppt/slides/_rels/slide6.xml.rels><?xml version="1.0" encoding="UTF-8"?><Relationships xmlns="http://schemas.openxmlformats.org/package/2006/relationships"><Relationship Id="rId1" Type="http://schemas.openxmlformats.org/officeDocument/2006/relationships/slideLayout" Target="../slideLayouts/slideLayout2.xml" /></Relationships>
</file>

<file path=ppt/slides/_rels/slide7.xml.rels><?xml version="1.0" encoding="UTF-8"?><Relationships xmlns="http://schemas.openxmlformats.org/package/2006/relationships"><Relationship Id="rId1" Type="http://schemas.openxmlformats.org/officeDocument/2006/relationships/slideLayout" Target="../slideLayouts/slideLayout8.xml" /><Relationship Id="rId2" Type="http://schemas.openxmlformats.org/officeDocument/2006/relationships/image" Target="../media/image1.png" /></Relationships>
</file>

<file path=ppt/slides/_rels/slide8.xml.rels><?xml version="1.0" encoding="UTF-8"?><Relationships xmlns="http://schemas.openxmlformats.org/package/2006/relationships"><Relationship Id="rId1" Type="http://schemas.openxmlformats.org/officeDocument/2006/relationships/slideLayout" Target="../slideLayouts/slideLayout8.xml" /><Relationship Id="rId2" Type="http://schemas.openxmlformats.org/officeDocument/2006/relationships/image" Target="../media/image1.png" /></Relationships>
</file>

<file path=ppt/slides/_rels/slide9.xml.rels><?xml version="1.0" encoding="UTF-8"?><Relationships xmlns="http://schemas.openxmlformats.org/package/2006/relationships"><Relationship Id="rId1" Type="http://schemas.openxmlformats.org/officeDocument/2006/relationships/slideLayout" Target="../slideLayouts/slideLayout2.xml" /></Relationships>
</file>

<file path=ppt/slides/_rels/slide10.xml.rels><?xml version="1.0" encoding="UTF-8"?><Relationships xmlns="http://schemas.openxmlformats.org/package/2006/relationships"><Relationship Id="rId1" Type="http://schemas.openxmlformats.org/officeDocument/2006/relationships/slideLayout" Target="../slideLayouts/slideLayout2.xml" /></Relationships>
</file>

<file path=ppt/slides/_rels/slide11.xml.rels><?xml version="1.0" encoding="UTF-8"?><Relationships xmlns="http://schemas.openxmlformats.org/package/2006/relationships"><Relationship Id="rId1" Type="http://schemas.openxmlformats.org/officeDocument/2006/relationships/slideLayout" Target="../slideLayouts/slideLayout2.xml" /></Relationships>
</file>

<file path=ppt/slides/_rels/slide12.xml.rels><?xml version="1.0" encoding="UTF-8"?><Relationships xmlns="http://schemas.openxmlformats.org/package/2006/relationships"><Relationship Id="rId1" Type="http://schemas.openxmlformats.org/officeDocument/2006/relationships/slideLayout" Target="../slideLayouts/slideLayout2.xml" /></Relationships>
</file>

<file path=ppt/slides/_rels/slide13.xml.rels><?xml version="1.0" encoding="UTF-8"?><Relationships xmlns="http://schemas.openxmlformats.org/package/2006/relationships"><Relationship Id="rId1" Type="http://schemas.openxmlformats.org/officeDocument/2006/relationships/slideLayout" Target="../slideLayouts/slideLayout8.xml" /><Relationship Id="rId2" Type="http://schemas.openxmlformats.org/officeDocument/2006/relationships/image" Target="../media/image2.gif" /></Relationships>
</file>

<file path=ppt/slides/_rels/slide14.xml.rels><?xml version="1.0" encoding="UTF-8"?><Relationships xmlns="http://schemas.openxmlformats.org/package/2006/relationships"><Relationship Id="rId1" Type="http://schemas.openxmlformats.org/officeDocument/2006/relationships/slideLayout" Target="../slideLayouts/slideLayout2.xml" /></Relationships>
</file>

<file path=ppt/slides/_rels/slide15.xml.rels><?xml version="1.0" encoding="UTF-8"?><Relationships xmlns="http://schemas.openxmlformats.org/package/2006/relationships"><Relationship Id="rId1" Type="http://schemas.openxmlformats.org/officeDocument/2006/relationships/slideLayout" Target="../slideLayouts/slideLayout8.xml" /><Relationship Id="rId2" Type="http://schemas.openxmlformats.org/officeDocument/2006/relationships/image" Target="../media/image3.png" /></Relationships>
</file>

<file path=ppt/slides/_rels/slide16.xml.rels><?xml version="1.0" encoding="UTF-8"?><Relationships xmlns="http://schemas.openxmlformats.org/package/2006/relationships"><Relationship Id="rId1" Type="http://schemas.openxmlformats.org/officeDocument/2006/relationships/slideLayout" Target="../slideLayouts/slideLayout8.xml" /><Relationship Id="rId2" Type="http://schemas.openxmlformats.org/officeDocument/2006/relationships/image" Target="../media/image4.png" /></Relationships>
</file>

<file path=ppt/slides/_rels/slide17.xml.rels><?xml version="1.0" encoding="UTF-8"?><Relationships xmlns="http://schemas.openxmlformats.org/package/2006/relationships"><Relationship Id="rId1" Type="http://schemas.openxmlformats.org/officeDocument/2006/relationships/slideLayout" Target="../slideLayouts/slideLayout8.xml" /><Relationship Id="rId2" Type="http://schemas.openxmlformats.org/officeDocument/2006/relationships/image" Target="../media/image5.png" /></Relationships>
</file>

<file path=ppt/slides/_rels/slide18.xml.rels><?xml version="1.0" encoding="UTF-8"?><Relationships xmlns="http://schemas.openxmlformats.org/package/2006/relationships"><Relationship Id="rId1" Type="http://schemas.openxmlformats.org/officeDocument/2006/relationships/slideLayout" Target="../slideLayouts/slideLayout2.xml" /></Relationships>
</file>

<file path=ppt/slides/_rels/slide19.xml.rels><?xml version="1.0" encoding="UTF-8"?><Relationships xmlns="http://schemas.openxmlformats.org/package/2006/relationships"><Relationship Id="rId1" Type="http://schemas.openxmlformats.org/officeDocument/2006/relationships/slideLayout" Target="../slideLayouts/slideLayout2.xml" /></Relationships>
</file>

<file path=ppt/slides/_rels/slide20.xml.rels><?xml version="1.0" encoding="UTF-8"?><Relationships xmlns="http://schemas.openxmlformats.org/package/2006/relationships"><Relationship Id="rId1" Type="http://schemas.openxmlformats.org/officeDocument/2006/relationships/slideLayout" Target="../slideLayouts/slideLayout8.xml" /><Relationship Id="rId2" Type="http://schemas.openxmlformats.org/officeDocument/2006/relationships/image" Target="../media/image6.png" /></Relationships>
</file>

<file path=ppt/slides/_rels/slide21.xml.rels><?xml version="1.0" encoding="UTF-8"?><Relationships xmlns="http://schemas.openxmlformats.org/package/2006/relationships"><Relationship Id="rId1" Type="http://schemas.openxmlformats.org/officeDocument/2006/relationships/slideLayout" Target="../slideLayouts/slideLayout2.xml" /></Relationships>
</file>

<file path=ppt/slides/_rels/slide22.xml.rels><?xml version="1.0" encoding="UTF-8"?><Relationships xmlns="http://schemas.openxmlformats.org/package/2006/relationships"><Relationship Id="rId1" Type="http://schemas.openxmlformats.org/officeDocument/2006/relationships/slideLayout" Target="../slideLayouts/slideLayout8.xml" /><Relationship Id="rId2" Type="http://schemas.openxmlformats.org/officeDocument/2006/relationships/image" Target="../media/image7.png" /></Relationships>
</file>

<file path=ppt/slides/_rels/slide23.xml.rels><?xml version="1.0" encoding="UTF-8"?><Relationships xmlns="http://schemas.openxmlformats.org/package/2006/relationships"><Relationship Id="rId1" Type="http://schemas.openxmlformats.org/officeDocument/2006/relationships/slideLayout" Target="../slideLayouts/slideLayout8.xml" /><Relationship Id="rId2" Type="http://schemas.openxmlformats.org/officeDocument/2006/relationships/image" Target="../media/image8.png" /></Relationships>
</file>

<file path=ppt/slides/_rels/slide24.xml.rels><?xml version="1.0" encoding="UTF-8"?><Relationships xmlns="http://schemas.openxmlformats.org/package/2006/relationships"><Relationship Id="rId1" Type="http://schemas.openxmlformats.org/officeDocument/2006/relationships/slideLayout" Target="../slideLayouts/slideLayout2.xml" /></Relationships>
</file>

<file path=ppt/slides/_rels/slide25.xml.rels><?xml version="1.0" encoding="UTF-8"?><Relationships xmlns="http://schemas.openxmlformats.org/package/2006/relationships"><Relationship Id="rId1" Type="http://schemas.openxmlformats.org/officeDocument/2006/relationships/slideLayout" Target="../slideLayouts/slideLayout2.xml" /></Relationships>
</file>

<file path=ppt/slides/_rels/slide26.xml.rels><?xml version="1.0" encoding="UTF-8"?><Relationships xmlns="http://schemas.openxmlformats.org/package/2006/relationships"><Relationship Id="rId1" Type="http://schemas.openxmlformats.org/officeDocument/2006/relationships/slideLayout" Target="../slideLayouts/slideLayout2.xml" /></Relationships>
</file>

<file path=ppt/slides/_rels/slide27.xml.rels><?xml version="1.0" encoding="UTF-8"?><Relationships xmlns="http://schemas.openxmlformats.org/package/2006/relationships"><Relationship Id="rId1" Type="http://schemas.openxmlformats.org/officeDocument/2006/relationships/slideLayout" Target="../slideLayouts/slideLayout2.xml" /></Relationships>
</file>

<file path=ppt/slides/_rels/slide28.xml.rels><?xml version="1.0" encoding="UTF-8"?><Relationships xmlns="http://schemas.openxmlformats.org/package/2006/relationships"><Relationship Id="rId1" Type="http://schemas.openxmlformats.org/officeDocument/2006/relationships/slideLayout" Target="../slideLayouts/slideLayout2.xml" /></Relationships>
</file>

<file path=ppt/slides/_rels/slide29.xml.rels><?xml version="1.0" encoding="UTF-8"?><Relationships xmlns="http://schemas.openxmlformats.org/package/2006/relationships"><Relationship Id="rId1" Type="http://schemas.openxmlformats.org/officeDocument/2006/relationships/slideLayout" Target="../slideLayouts/slideLayout2.xml" /></Relationships>
</file>

<file path=ppt/slides/_rels/slide30.xml.rels><?xml version="1.0" encoding="UTF-8"?><Relationships xmlns="http://schemas.openxmlformats.org/package/2006/relationships"><Relationship Id="rId1" Type="http://schemas.openxmlformats.org/officeDocument/2006/relationships/slideLayout" Target="../slideLayouts/slideLayout8.xml" /><Relationship Id="rId2" Type="http://schemas.openxmlformats.org/officeDocument/2006/relationships/image" Target="../media/image9.png" /></Relationships>
</file>

<file path=ppt/slides/_rels/slide31.xml.rels><?xml version="1.0" encoding="UTF-8"?><Relationships xmlns="http://schemas.openxmlformats.org/package/2006/relationships"><Relationship Id="rId1" Type="http://schemas.openxmlformats.org/officeDocument/2006/relationships/slideLayout" Target="../slideLayouts/slideLayout2.xml" /></Relationships>
</file>

<file path=ppt/slides/_rels/slide32.xml.rels><?xml version="1.0" encoding="UTF-8"?><Relationships xmlns="http://schemas.openxmlformats.org/package/2006/relationships"><Relationship Id="rId1" Type="http://schemas.openxmlformats.org/officeDocument/2006/relationships/slideLayout" Target="../slideLayouts/slideLayout2.xml" /></Relationships>
</file>

<file path=ppt/slides/_rels/slide33.xml.rels><?xml version="1.0" encoding="UTF-8"?><Relationships xmlns="http://schemas.openxmlformats.org/package/2006/relationships"><Relationship Id="rId1" Type="http://schemas.openxmlformats.org/officeDocument/2006/relationships/slideLayout" Target="../slideLayouts/slideLayout2.xml" /></Relationships>
</file>

<file path=ppt/slides/_rels/slide34.xml.rels><?xml version="1.0" encoding="UTF-8"?><Relationships xmlns="http://schemas.openxmlformats.org/package/2006/relationships"><Relationship Id="rId1" Type="http://schemas.openxmlformats.org/officeDocument/2006/relationships/slideLayout" Target="../slideLayouts/slideLayout2.xml" 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1597819"/>
            <a:ext cx="7772400" cy="1102519"/>
          </a:xfrm>
        </p:spPr>
        <p:txBody>
          <a:bodyPr/>
          <a:lstStyle/>
          <a:p>
            <a:pPr lvl="0" indent="0" marL="0">
              <a:buNone/>
            </a:pPr>
            <a:r>
              <a:rPr/>
              <a:t>Introduction to Deep Learning</a:t>
            </a:r>
          </a:p>
        </p:txBody>
      </p:sp>
      <p:sp>
        <p:nvSpPr>
          <p:cNvPr id="3" name="Subtitle 2"/>
          <p:cNvSpPr>
            <a:spLocks noGrp="1"/>
          </p:cNvSpPr>
          <p:nvPr>
            <p:ph idx="1" type="subTitle"/>
          </p:nvPr>
        </p:nvSpPr>
        <p:spPr>
          <a:xfrm>
            <a:off x="1371600" y="2914650"/>
            <a:ext cx="6400800" cy="1314450"/>
          </a:xfrm>
        </p:spPr>
        <p:txBody>
          <a:bodyPr/>
          <a:lstStyle/>
          <a:p>
            <a:pPr lvl="0" indent="0" marL="0">
              <a:buNone/>
            </a:pPr>
            <a:br/>
            <a:br/>
          </a:p>
        </p:txBody>
      </p:sp>
    </p:spTree>
  </p:cSld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lvl="0" indent="0" marL="0">
              <a:buNone/>
            </a:pPr>
            <a:r>
              <a:rPr/>
              <a:t>Overview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 indent="0" marL="0">
              <a:buNone/>
            </a:pPr>
            <a:r>
              <a:rPr b="1"/>
              <a:t>Goal:</a:t>
            </a:r>
            <a:r>
              <a:rPr/>
              <a:t> Provide an introduction to deep learning concepts and how they can be applied to enhanced forest inventories (EFIs)</a:t>
            </a:r>
          </a:p>
        </p:txBody>
      </p:sp>
    </p:spTree>
  </p:cSld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lvl="0" indent="0" marL="0">
              <a:buNone/>
            </a:pPr>
            <a:r>
              <a:rPr/>
              <a:t>Overview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 indent="0" marL="0">
              <a:buNone/>
            </a:pPr>
            <a:r>
              <a:rPr b="1"/>
              <a:t>By the end of this section, you should be able to:</a:t>
            </a:r>
          </a:p>
          <a:p>
            <a:pPr lvl="0"/>
            <a:r>
              <a:rPr/>
              <a:t>Explain the role of AI in EFI modelling</a:t>
            </a:r>
            <a:br/>
          </a:p>
          <a:p>
            <a:pPr lvl="0"/>
            <a:r>
              <a:rPr/>
              <a:t>Distinguish AI, machine learning, and deep learning</a:t>
            </a:r>
            <a:br/>
          </a:p>
          <a:p>
            <a:pPr lvl="0"/>
            <a:r>
              <a:rPr/>
              <a:t>Describe the structure of a deep neural network</a:t>
            </a:r>
            <a:br/>
          </a:p>
          <a:p>
            <a:pPr lvl="0"/>
            <a:r>
              <a:rPr/>
              <a:t>Explain how models learn (loss, gradients, epochs)</a:t>
            </a:r>
            <a:br/>
          </a:p>
          <a:p>
            <a:pPr lvl="0"/>
            <a:r>
              <a:rPr/>
              <a:t>Compare image-based vs. point-based deep learning</a:t>
            </a:r>
            <a:br/>
          </a:p>
          <a:p>
            <a:pPr lvl="0"/>
            <a:r>
              <a:rPr/>
              <a:t>Use core deep learning terminology correctly</a:t>
            </a:r>
            <a:br/>
          </a:p>
          <a:p>
            <a:pPr lvl="0"/>
            <a:r>
              <a:rPr/>
              <a:t>Recognize common forestry-specific challenges</a:t>
            </a:r>
          </a:p>
        </p:txBody>
      </p:sp>
    </p:spTree>
  </p:cSld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lvl="0" indent="0" marL="0">
              <a:buNone/>
            </a:pPr>
            <a:r>
              <a:rPr/>
              <a:t>What Is Deep Learning?</a:t>
            </a:r>
          </a:p>
        </p:txBody>
      </p:sp>
    </p:spTree>
  </p:cSld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lvl="0" indent="0" marL="0">
              <a:buNone/>
            </a:pPr>
            <a:r>
              <a:rPr/>
              <a:t>Artificial Intelligence → Machine Learning → Deep Learning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b="1"/>
              <a:t>Artificial Intelligence (AI):</a:t>
            </a:r>
            <a:r>
              <a:rPr/>
              <a:t> Systems that mimic human decision-making</a:t>
            </a:r>
            <a:br/>
          </a:p>
          <a:p>
            <a:pPr lvl="0"/>
            <a:r>
              <a:rPr b="1"/>
              <a:t>Machine Learning (ML):</a:t>
            </a:r>
            <a:r>
              <a:rPr/>
              <a:t> Models that improve through data-driven experience</a:t>
            </a:r>
            <a:br/>
          </a:p>
          <a:p>
            <a:pPr lvl="0"/>
            <a:r>
              <a:rPr b="1"/>
              <a:t>Deep Learning (DL):</a:t>
            </a:r>
            <a:r>
              <a:rPr/>
              <a:t> ML using neural networks with many hidden layers</a:t>
            </a:r>
          </a:p>
          <a:p>
            <a:pPr lvl="0" indent="0" marL="0">
              <a:buNone/>
            </a:pPr>
          </a:p>
        </p:txBody>
      </p:sp>
    </p:spTree>
  </p:cSld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lvl="0" indent="0" marL="0">
              <a:buNone/>
            </a:pPr>
            <a:r>
              <a:rPr/>
              <a:t>Deep Neural Networks: Key Concepts</a:t>
            </a:r>
          </a:p>
        </p:txBody>
      </p:sp>
    </p:spTree>
  </p:cSld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1" y="204787"/>
            <a:ext cx="3008313" cy="871538"/>
          </a:xfrm>
        </p:spPr>
        <p:txBody>
          <a:bodyPr/>
          <a:lstStyle/>
          <a:p>
            <a:pPr lvl="0" indent="0" marL="0">
              <a:buNone/>
            </a:pPr>
            <a:r>
              <a:rPr/>
              <a:t>Neural Network Components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idx="2" sz="half" type="body"/>
          </p:nvPr>
        </p:nvSpPr>
        <p:spPr/>
        <p:txBody>
          <a:bodyPr/>
          <a:lstStyle/>
          <a:p>
            <a:pPr lvl="0"/>
            <a:r>
              <a:rPr b="1"/>
              <a:t>Layers:</a:t>
            </a:r>
            <a:r>
              <a:rPr/>
              <a:t> Input → hidden → output</a:t>
            </a:r>
            <a:br/>
          </a:p>
          <a:p>
            <a:pPr lvl="0"/>
            <a:r>
              <a:rPr b="1"/>
              <a:t>Depth:</a:t>
            </a:r>
            <a:r>
              <a:rPr/>
              <a:t> Number of layers</a:t>
            </a:r>
            <a:br/>
          </a:p>
          <a:p>
            <a:pPr lvl="0"/>
            <a:r>
              <a:rPr b="1"/>
              <a:t>Width:</a:t>
            </a:r>
            <a:r>
              <a:rPr/>
              <a:t> Number of neurons per layer</a:t>
            </a:r>
          </a:p>
        </p:txBody>
      </p:sp>
      <p:pic>
        <p:nvPicPr>
          <p:cNvPr descr="images/neuralnet.png" id="0" name="Picture 1"/>
          <p:cNvPicPr>
            <a:picLocks noGrp="1" noChangeAspect="1"/>
          </p:cNvPicPr>
          <p:nvPr/>
        </p:nvPicPr>
        <p:blipFill>
          <a:blip r:embed="rId2"/>
          <a:stretch>
            <a:fillRect/>
          </a:stretch>
        </p:blipFill>
        <p:spPr bwMode="auto">
          <a:xfrm>
            <a:off x="3568700" y="1663700"/>
            <a:ext cx="5105400" cy="1473200"/>
          </a:xfrm>
          <a:prstGeom prst="rect">
            <a:avLst/>
          </a:prstGeom>
          <a:noFill/>
          <a:ln w="9525">
            <a:noFill/>
            <a:headEnd/>
            <a:tailEnd/>
          </a:ln>
        </p:spPr>
      </p:pic>
    </p:spTree>
  </p:cSld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1" y="204787"/>
            <a:ext cx="3008313" cy="871538"/>
          </a:xfrm>
        </p:spPr>
        <p:txBody>
          <a:bodyPr/>
          <a:lstStyle/>
          <a:p>
            <a:pPr lvl="0" indent="0" marL="0">
              <a:buNone/>
            </a:pPr>
            <a:r>
              <a:rPr/>
              <a:t>Neural Network Components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idx="2" sz="half" type="body"/>
          </p:nvPr>
        </p:nvSpPr>
        <p:spPr/>
        <p:txBody>
          <a:bodyPr/>
          <a:lstStyle/>
          <a:p>
            <a:pPr lvl="0" indent="0" marL="0">
              <a:buNone/>
            </a:pPr>
            <a:r>
              <a:rPr b="1"/>
              <a:t>Trade-offs:</a:t>
            </a:r>
          </a:p>
          <a:p>
            <a:pPr lvl="0"/>
            <a:r>
              <a:rPr/>
              <a:t>Increases in depth/width → increase representational power</a:t>
            </a:r>
            <a:br/>
          </a:p>
          <a:p>
            <a:pPr lvl="0"/>
            <a:r>
              <a:rPr/>
              <a:t>Increases in depth/width → increase computation, overfitting risk</a:t>
            </a:r>
          </a:p>
        </p:txBody>
      </p:sp>
      <p:pic>
        <p:nvPicPr>
          <p:cNvPr descr="images/neuralnet.png" id="0" name="Picture 1"/>
          <p:cNvPicPr>
            <a:picLocks noGrp="1" noChangeAspect="1"/>
          </p:cNvPicPr>
          <p:nvPr/>
        </p:nvPicPr>
        <p:blipFill>
          <a:blip r:embed="rId2"/>
          <a:stretch>
            <a:fillRect/>
          </a:stretch>
        </p:blipFill>
        <p:spPr bwMode="auto">
          <a:xfrm>
            <a:off x="3568700" y="1663700"/>
            <a:ext cx="5105400" cy="1473200"/>
          </a:xfrm>
          <a:prstGeom prst="rect">
            <a:avLst/>
          </a:prstGeom>
          <a:noFill/>
          <a:ln w="9525">
            <a:noFill/>
            <a:headEnd/>
            <a:tailEnd/>
          </a:ln>
        </p:spPr>
      </p:pic>
    </p:spTree>
  </p:cSld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lvl="0" indent="0" marL="0">
              <a:buNone/>
            </a:pPr>
            <a:r>
              <a:rPr/>
              <a:t>The Neuron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/>
              <a:t>Fundamental unit of a neural network</a:t>
            </a:r>
            <a:br/>
          </a:p>
          <a:p>
            <a:pPr lvl="0"/>
            <a:r>
              <a:rPr/>
              <a:t>Computes a weighted sum of inputs plus a bias</a:t>
            </a:r>
          </a:p>
          <a:p>
            <a:pPr lvl="0" indent="0" marL="0">
              <a:buNone/>
            </a:pPr>
            <a:r>
              <a:rPr/>
              <a:t>$$
\Large y = w_1x_1 + w_2x_2 + b
$$</a:t>
            </a:r>
          </a:p>
          <a:p>
            <a:pPr lvl="0"/>
            <a:r>
              <a:rPr b="1"/>
              <a:t>Weights &amp; biases</a:t>
            </a:r>
            <a:r>
              <a:rPr/>
              <a:t> are learned during training</a:t>
            </a:r>
            <a:br/>
          </a:p>
          <a:p>
            <a:pPr lvl="0" indent="0" marL="0">
              <a:buNone/>
            </a:pPr>
          </a:p>
        </p:txBody>
      </p:sp>
    </p:spTree>
  </p:cSld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lvl="0" indent="0" marL="0">
              <a:buNone/>
            </a:pPr>
            <a:r>
              <a:rPr/>
              <a:t>Activation Functions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/>
              <a:t>Applied to neuron output</a:t>
            </a:r>
            <a:br/>
          </a:p>
          <a:p>
            <a:pPr lvl="0"/>
            <a:r>
              <a:rPr/>
              <a:t>Introduce </a:t>
            </a:r>
            <a:r>
              <a:rPr b="1"/>
              <a:t>non-linearity</a:t>
            </a:r>
          </a:p>
          <a:p>
            <a:pPr lvl="0"/>
            <a:r>
              <a:rPr/>
              <a:t>Enable learning of complex relationships</a:t>
            </a:r>
            <a:br/>
          </a:p>
          <a:p>
            <a:pPr lvl="0" indent="0" marL="0">
              <a:buNone/>
            </a:pPr>
          </a:p>
          <a:p>
            <a:pPr lvl="0" indent="0" marL="1270000">
              <a:buNone/>
            </a:pPr>
            <a:r>
              <a:rPr sz="2000" b="1"/>
              <a:t>Note</a:t>
            </a:r>
          </a:p>
          <a:p>
            <a:pPr lvl="0" indent="0" marL="1270000">
              <a:buNone/>
            </a:pPr>
            <a:r>
              <a:rPr sz="2000"/>
              <a:t>There are many types of activation functions, and you are encouraged to research which one would be best for your specific use case.</a:t>
            </a:r>
          </a:p>
        </p:txBody>
      </p:sp>
    </p:spTree>
  </p:cSld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lvl="0" indent="0" marL="0">
              <a:buNone/>
            </a:pPr>
            <a:r>
              <a:rPr/>
              <a:t>How Do Neural Networks Learn?</a:t>
            </a:r>
          </a:p>
        </p:txBody>
      </p:sp>
    </p:spTree>
  </p:cSld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lvl="0" indent="0" marL="0">
              <a:buNone/>
            </a:pPr>
            <a:r>
              <a:rPr/>
              <a:t>Prediction–Feedback Loop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 indent="0" marL="0">
              <a:buNone/>
            </a:pPr>
            <a:r>
              <a:rPr/>
              <a:t>The </a:t>
            </a:r>
            <a:r>
              <a:rPr b="1"/>
              <a:t>prediction-feedback loop</a:t>
            </a:r>
            <a:r>
              <a:rPr/>
              <a:t> is what makes </a:t>
            </a:r>
            <a:r>
              <a:rPr b="1"/>
              <a:t>learning</a:t>
            </a:r>
            <a:r>
              <a:rPr/>
              <a:t> possible as a deep neural network adapts to the patterns within the data and generalizes from them.</a:t>
            </a:r>
          </a:p>
          <a:p>
            <a:pPr lvl="0" indent="0" marL="0">
              <a:buNone/>
            </a:pPr>
          </a:p>
        </p:txBody>
      </p:sp>
    </p:spTree>
  </p:cSld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1" y="204787"/>
            <a:ext cx="3008313" cy="871538"/>
          </a:xfrm>
        </p:spPr>
        <p:txBody>
          <a:bodyPr/>
          <a:lstStyle/>
          <a:p>
            <a:pPr lvl="0" indent="0" marL="0">
              <a:buNone/>
            </a:pPr>
            <a:r>
              <a:rPr/>
              <a:t>Goal: Loss, Gradients, and Epochs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idx="2" sz="half" type="body"/>
          </p:nvPr>
        </p:nvSpPr>
        <p:spPr/>
        <p:txBody>
          <a:bodyPr/>
          <a:lstStyle/>
          <a:p>
            <a:pPr lvl="0" indent="0" marL="0">
              <a:buNone/>
            </a:pPr>
            <a:r>
              <a:rPr/>
              <a:t>Learning is driven by the loss function which guides the adjustments of the weights/biases over a number of epochs.</a:t>
            </a:r>
          </a:p>
          <a:p>
            <a:pPr lvl="0"/>
            <a:r>
              <a:rPr b="1"/>
              <a:t>Loss function:</a:t>
            </a:r>
            <a:r>
              <a:rPr/>
              <a:t> Measures prediction error</a:t>
            </a:r>
            <a:br/>
          </a:p>
          <a:p>
            <a:pPr lvl="0"/>
            <a:r>
              <a:rPr b="1"/>
              <a:t>Gradients:</a:t>
            </a:r>
            <a:r>
              <a:rPr/>
              <a:t> Sensitivity of loss to small changes in weights/bias</a:t>
            </a:r>
            <a:br/>
          </a:p>
          <a:p>
            <a:pPr lvl="0"/>
            <a:r>
              <a:rPr b="1"/>
              <a:t>Epoch:</a:t>
            </a:r>
            <a:r>
              <a:rPr/>
              <a:t> One full pass through the training data</a:t>
            </a:r>
          </a:p>
        </p:txBody>
      </p:sp>
      <p:pic>
        <p:nvPicPr>
          <p:cNvPr descr="images/epochs.gif" id="0" name="Picture 1"/>
          <p:cNvPicPr>
            <a:picLocks noGrp="1" noChangeAspect="1"/>
          </p:cNvPicPr>
          <p:nvPr/>
        </p:nvPicPr>
        <p:blipFill>
          <a:blip r:embed="rId2"/>
          <a:stretch>
            <a:fillRect/>
          </a:stretch>
        </p:blipFill>
        <p:spPr bwMode="auto">
          <a:xfrm>
            <a:off x="3568700" y="1435100"/>
            <a:ext cx="5105400" cy="1917700"/>
          </a:xfrm>
          <a:prstGeom prst="rect">
            <a:avLst/>
          </a:prstGeom>
          <a:noFill/>
          <a:ln w="9525">
            <a:noFill/>
            <a:headEnd/>
            <a:tailEnd/>
          </a:ln>
        </p:spPr>
      </p:pic>
    </p:spTree>
  </p:cSld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lvl="0" indent="0" marL="0">
              <a:buNone/>
            </a:pPr>
            <a:r>
              <a:rPr/>
              <a:t>Common Deep Learning Tasks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 indent="0" marL="0">
              <a:buNone/>
            </a:pPr>
            <a:r>
              <a:rPr/>
              <a:t>Learning is guided by defining what the task to be accomplished is.</a:t>
            </a:r>
          </a:p>
          <a:p>
            <a:pPr lvl="0"/>
            <a:r>
              <a:rPr b="1"/>
              <a:t>Classification</a:t>
            </a:r>
          </a:p>
          <a:p>
            <a:pPr lvl="0"/>
            <a:r>
              <a:rPr b="1"/>
              <a:t>Regression</a:t>
            </a:r>
          </a:p>
          <a:p>
            <a:pPr lvl="0"/>
            <a:r>
              <a:rPr b="1"/>
              <a:t>Segmentation</a:t>
            </a:r>
          </a:p>
        </p:txBody>
      </p:sp>
    </p:spTree>
  </p:cSld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1" y="204787"/>
            <a:ext cx="3008313" cy="871538"/>
          </a:xfrm>
        </p:spPr>
        <p:txBody>
          <a:bodyPr/>
          <a:lstStyle/>
          <a:p>
            <a:pPr lvl="0" indent="0" marL="0">
              <a:buNone/>
            </a:pPr>
            <a:r>
              <a:rPr/>
              <a:t>Task: Classification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idx="2" sz="half" type="body"/>
          </p:nvPr>
        </p:nvSpPr>
        <p:spPr/>
        <p:txBody>
          <a:bodyPr/>
          <a:lstStyle/>
          <a:p>
            <a:pPr lvl="0" indent="0" marL="0">
              <a:buNone/>
            </a:pPr>
            <a:r>
              <a:rPr b="1"/>
              <a:t>Goal:</a:t>
            </a:r>
            <a:r>
              <a:rPr/>
              <a:t> Assign inputs to discrete classes</a:t>
            </a:r>
          </a:p>
          <a:p>
            <a:pPr lvl="0" indent="0" marL="0">
              <a:buNone/>
            </a:pPr>
            <a:r>
              <a:rPr/>
              <a:t>Forestry examples:</a:t>
            </a:r>
          </a:p>
          <a:p>
            <a:pPr lvl="0"/>
            <a:r>
              <a:rPr/>
              <a:t>Tree species mapping</a:t>
            </a:r>
            <a:br/>
          </a:p>
          <a:p>
            <a:pPr lvl="0"/>
            <a:r>
              <a:rPr/>
              <a:t>Land cover classification</a:t>
            </a:r>
            <a:br/>
          </a:p>
          <a:p>
            <a:pPr lvl="0"/>
            <a:r>
              <a:rPr/>
              <a:t>Disturbance detection</a:t>
            </a:r>
          </a:p>
        </p:txBody>
      </p:sp>
      <p:pic>
        <p:nvPicPr>
          <p:cNvPr descr="images/classification.png" id="0" name="Picture 1"/>
          <p:cNvPicPr>
            <a:picLocks noGrp="1" noChangeAspect="1"/>
          </p:cNvPicPr>
          <p:nvPr/>
        </p:nvPicPr>
        <p:blipFill>
          <a:blip r:embed="rId2"/>
          <a:stretch>
            <a:fillRect/>
          </a:stretch>
        </p:blipFill>
        <p:spPr bwMode="auto">
          <a:xfrm>
            <a:off x="3568700" y="1460500"/>
            <a:ext cx="5105400" cy="1866900"/>
          </a:xfrm>
          <a:prstGeom prst="rect">
            <a:avLst/>
          </a:prstGeom>
          <a:noFill/>
          <a:ln w="9525">
            <a:noFill/>
            <a:headEnd/>
            <a:tailEnd/>
          </a:ln>
        </p:spPr>
      </p:pic>
    </p:spTree>
  </p:cSld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1" y="204787"/>
            <a:ext cx="3008313" cy="871538"/>
          </a:xfrm>
        </p:spPr>
        <p:txBody>
          <a:bodyPr/>
          <a:lstStyle/>
          <a:p>
            <a:pPr lvl="0" indent="0" marL="0">
              <a:buNone/>
            </a:pPr>
            <a:r>
              <a:rPr/>
              <a:t>Task: Regression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idx="2" sz="half" type="body"/>
          </p:nvPr>
        </p:nvSpPr>
        <p:spPr/>
        <p:txBody>
          <a:bodyPr/>
          <a:lstStyle/>
          <a:p>
            <a:pPr lvl="0" indent="0" marL="0">
              <a:buNone/>
            </a:pPr>
            <a:r>
              <a:rPr b="1"/>
              <a:t>Goal:</a:t>
            </a:r>
            <a:r>
              <a:rPr/>
              <a:t> Predict continuous values</a:t>
            </a:r>
          </a:p>
          <a:p>
            <a:pPr lvl="0" indent="0" marL="0">
              <a:buNone/>
            </a:pPr>
            <a:r>
              <a:rPr/>
              <a:t>Forestry examples:</a:t>
            </a:r>
          </a:p>
          <a:p>
            <a:pPr lvl="0"/>
            <a:r>
              <a:rPr/>
              <a:t>Above-ground biomass</a:t>
            </a:r>
            <a:br/>
          </a:p>
          <a:p>
            <a:pPr lvl="0"/>
            <a:r>
              <a:rPr/>
              <a:t>Canopy cover / LAI</a:t>
            </a:r>
            <a:br/>
          </a:p>
          <a:p>
            <a:pPr lvl="0"/>
            <a:r>
              <a:rPr/>
              <a:t>Tree height, crown size</a:t>
            </a:r>
          </a:p>
        </p:txBody>
      </p:sp>
      <p:pic>
        <p:nvPicPr>
          <p:cNvPr descr="images/regression.png" id="0" name="Picture 1"/>
          <p:cNvPicPr>
            <a:picLocks noGrp="1" noChangeAspect="1"/>
          </p:cNvPicPr>
          <p:nvPr/>
        </p:nvPicPr>
        <p:blipFill>
          <a:blip r:embed="rId2"/>
          <a:stretch>
            <a:fillRect/>
          </a:stretch>
        </p:blipFill>
        <p:spPr bwMode="auto">
          <a:xfrm>
            <a:off x="3568700" y="1460500"/>
            <a:ext cx="5105400" cy="1866900"/>
          </a:xfrm>
          <a:prstGeom prst="rect">
            <a:avLst/>
          </a:prstGeom>
          <a:noFill/>
          <a:ln w="9525">
            <a:noFill/>
            <a:headEnd/>
            <a:tailEnd/>
          </a:ln>
        </p:spPr>
      </p:pic>
    </p:spTree>
  </p:cSld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1" y="204787"/>
            <a:ext cx="3008313" cy="871538"/>
          </a:xfrm>
        </p:spPr>
        <p:txBody>
          <a:bodyPr/>
          <a:lstStyle/>
          <a:p>
            <a:pPr lvl="0" indent="0" marL="0">
              <a:buNone/>
            </a:pPr>
            <a:r>
              <a:rPr/>
              <a:t>Task: Segmentation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idx="2" sz="half" type="body"/>
          </p:nvPr>
        </p:nvSpPr>
        <p:spPr/>
        <p:txBody>
          <a:bodyPr/>
          <a:lstStyle/>
          <a:p>
            <a:pPr lvl="0" indent="0" marL="0">
              <a:buNone/>
            </a:pPr>
            <a:r>
              <a:rPr b="1"/>
              <a:t>Goal:</a:t>
            </a:r>
            <a:r>
              <a:rPr/>
              <a:t> Assign labels to every pixel or point</a:t>
            </a:r>
          </a:p>
          <a:p>
            <a:pPr lvl="0" indent="0" marL="0">
              <a:buNone/>
            </a:pPr>
            <a:r>
              <a:rPr/>
              <a:t>Forestry examples:</a:t>
            </a:r>
          </a:p>
          <a:p>
            <a:pPr lvl="0"/>
            <a:r>
              <a:rPr/>
              <a:t>Tree crown delineation</a:t>
            </a:r>
            <a:br/>
          </a:p>
          <a:p>
            <a:pPr lvl="0"/>
            <a:r>
              <a:rPr/>
              <a:t>Stand boundaries</a:t>
            </a:r>
            <a:br/>
          </a:p>
          <a:p>
            <a:pPr lvl="0"/>
            <a:r>
              <a:rPr/>
              <a:t>Structural mapping</a:t>
            </a:r>
          </a:p>
        </p:txBody>
      </p:sp>
      <p:pic>
        <p:nvPicPr>
          <p:cNvPr descr="images/segmentation.png" id="0" name="Picture 1"/>
          <p:cNvPicPr>
            <a:picLocks noGrp="1" noChangeAspect="1"/>
          </p:cNvPicPr>
          <p:nvPr/>
        </p:nvPicPr>
        <p:blipFill>
          <a:blip r:embed="rId2"/>
          <a:stretch>
            <a:fillRect/>
          </a:stretch>
        </p:blipFill>
        <p:spPr bwMode="auto">
          <a:xfrm>
            <a:off x="3568700" y="1511300"/>
            <a:ext cx="5105400" cy="1752600"/>
          </a:xfrm>
          <a:prstGeom prst="rect">
            <a:avLst/>
          </a:prstGeom>
          <a:noFill/>
          <a:ln w="9525">
            <a:noFill/>
            <a:headEnd/>
            <a:tailEnd/>
          </a:ln>
        </p:spPr>
      </p:pic>
    </p:spTree>
  </p:cSld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lvl="0" indent="0" marL="0">
              <a:buNone/>
            </a:pPr>
            <a:r>
              <a:rPr/>
              <a:t>Data: Training, Validation, Testing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 indent="0" marL="0">
              <a:buNone/>
            </a:pPr>
            <a:r>
              <a:rPr/>
              <a:t>Learning happens through patterns identified in the data.</a:t>
            </a:r>
          </a:p>
          <a:p>
            <a:pPr lvl="0"/>
            <a:r>
              <a:rPr b="1"/>
              <a:t>Training:</a:t>
            </a:r>
            <a:r>
              <a:rPr/>
              <a:t> Learn parameters</a:t>
            </a:r>
            <a:br/>
          </a:p>
          <a:p>
            <a:pPr lvl="0"/>
            <a:r>
              <a:rPr b="1"/>
              <a:t>Validation:</a:t>
            </a:r>
            <a:r>
              <a:rPr/>
              <a:t> Tune hyperparameters, prevent overfitting</a:t>
            </a:r>
            <a:br/>
          </a:p>
          <a:p>
            <a:pPr lvl="0"/>
            <a:r>
              <a:rPr b="1"/>
              <a:t>Testing:</a:t>
            </a:r>
            <a:r>
              <a:rPr/>
              <a:t> Final, unbiased performance estimate</a:t>
            </a:r>
          </a:p>
          <a:p>
            <a:pPr lvl="0" indent="0" marL="1270000">
              <a:buNone/>
            </a:pPr>
            <a:r>
              <a:rPr sz="2000" b="1"/>
              <a:t>Note</a:t>
            </a:r>
          </a:p>
          <a:p>
            <a:pPr lvl="0" indent="0" marL="1270000">
              <a:buNone/>
            </a:pPr>
            <a:r>
              <a:rPr sz="2000"/>
              <a:t>Never mix training, validation, and testing data. Mixing or reusing data between these datasets can lead to misleading performance metrics and poor generalization.</a:t>
            </a:r>
          </a:p>
        </p:txBody>
      </p:sp>
    </p:spTree>
  </p:cSld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lvl="0" indent="0" marL="0">
              <a:buNone/>
            </a:pPr>
            <a:r>
              <a:rPr/>
              <a:t>Image-Based vs. Point-Based Deep Learning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 indent="0" marL="0">
              <a:buNone/>
            </a:pPr>
            <a:r>
              <a:rPr/>
              <a:t>Two dominant approaches in remote sensing:</a:t>
            </a:r>
          </a:p>
          <a:p>
            <a:pPr lvl="0"/>
            <a:r>
              <a:rPr/>
              <a:t>Image-based methods</a:t>
            </a:r>
            <a:br/>
          </a:p>
          <a:p>
            <a:pPr lvl="0"/>
            <a:r>
              <a:rPr/>
              <a:t>Point-based methods</a:t>
            </a:r>
          </a:p>
        </p:txBody>
      </p:sp>
    </p:spTree>
  </p:cSld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1" y="204787"/>
            <a:ext cx="3008313" cy="871538"/>
          </a:xfrm>
        </p:spPr>
        <p:txBody>
          <a:bodyPr/>
          <a:lstStyle/>
          <a:p>
            <a:pPr lvl="0" indent="0" marL="0">
              <a:buNone/>
            </a:pPr>
            <a:r>
              <a:rPr/>
              <a:t>Image-Based Deep Learning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idx="2" sz="half" type="body"/>
          </p:nvPr>
        </p:nvSpPr>
        <p:spPr/>
        <p:txBody>
          <a:bodyPr/>
          <a:lstStyle/>
          <a:p>
            <a:pPr lvl="0"/>
            <a:r>
              <a:rPr/>
              <a:t>Operates on raster imagery</a:t>
            </a:r>
            <a:br/>
          </a:p>
          <a:p>
            <a:pPr lvl="0"/>
            <a:r>
              <a:rPr/>
              <a:t>Learns spatial patterns and textures</a:t>
            </a:r>
            <a:br/>
          </a:p>
          <a:p>
            <a:pPr lvl="0"/>
            <a:r>
              <a:rPr/>
              <a:t>Common inputs: RGB, multispectral, hyperspectral</a:t>
            </a:r>
          </a:p>
        </p:txBody>
      </p:sp>
      <p:pic>
        <p:nvPicPr>
          <p:cNvPr descr="images/imagedl.png" id="0" name="Picture 1"/>
          <p:cNvPicPr>
            <a:picLocks noGrp="1" noChangeAspect="1"/>
          </p:cNvPicPr>
          <p:nvPr/>
        </p:nvPicPr>
        <p:blipFill>
          <a:blip r:embed="rId2"/>
          <a:stretch>
            <a:fillRect/>
          </a:stretch>
        </p:blipFill>
        <p:spPr bwMode="auto">
          <a:xfrm>
            <a:off x="3568700" y="1257300"/>
            <a:ext cx="5105400" cy="2260600"/>
          </a:xfrm>
          <a:prstGeom prst="rect">
            <a:avLst/>
          </a:prstGeom>
          <a:noFill/>
          <a:ln w="9525">
            <a:noFill/>
            <a:headEnd/>
            <a:tailEnd/>
          </a:ln>
        </p:spPr>
      </p:pic>
    </p:spTree>
  </p:cSld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lvl="0" indent="0" marL="0">
              <a:buNone/>
            </a:pPr>
            <a:r>
              <a:rPr/>
              <a:t>Convolutional Neural Networks (CNNs)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/>
              <a:t>Core image-based architecture</a:t>
            </a:r>
            <a:br/>
          </a:p>
          <a:p>
            <a:pPr lvl="0"/>
            <a:r>
              <a:rPr/>
              <a:t>Use sliding filters (kernels)</a:t>
            </a:r>
            <a:br/>
          </a:p>
          <a:p>
            <a:pPr lvl="0"/>
            <a:r>
              <a:rPr/>
              <a:t>Detect edges → textures → objects</a:t>
            </a:r>
            <a:br/>
          </a:p>
          <a:p>
            <a:pPr lvl="0" indent="0" marL="0">
              <a:buNone/>
            </a:pPr>
          </a:p>
        </p:txBody>
      </p:sp>
    </p:spTree>
  </p:cSld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1" y="204787"/>
            <a:ext cx="3008313" cy="871538"/>
          </a:xfrm>
        </p:spPr>
        <p:txBody>
          <a:bodyPr/>
          <a:lstStyle/>
          <a:p>
            <a:pPr lvl="0" indent="0" marL="0">
              <a:buNone/>
            </a:pPr>
            <a:r>
              <a:rPr/>
              <a:t>Point-Based Deep Learning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idx="2" sz="half" type="body"/>
          </p:nvPr>
        </p:nvSpPr>
        <p:spPr/>
        <p:txBody>
          <a:bodyPr/>
          <a:lstStyle/>
          <a:p>
            <a:pPr lvl="0"/>
            <a:r>
              <a:rPr/>
              <a:t>Operates directly on 3D point clouds</a:t>
            </a:r>
            <a:br/>
          </a:p>
          <a:p>
            <a:pPr lvl="0"/>
            <a:r>
              <a:rPr/>
              <a:t>No regular grid structure</a:t>
            </a:r>
            <a:br/>
          </a:p>
          <a:p>
            <a:pPr lvl="0"/>
            <a:r>
              <a:rPr/>
              <a:t>Learns from spatial relationships</a:t>
            </a:r>
          </a:p>
        </p:txBody>
      </p:sp>
      <p:pic>
        <p:nvPicPr>
          <p:cNvPr descr="images/pointdl.png" id="0" name="Picture 1"/>
          <p:cNvPicPr>
            <a:picLocks noGrp="1" noChangeAspect="1"/>
          </p:cNvPicPr>
          <p:nvPr/>
        </p:nvPicPr>
        <p:blipFill>
          <a:blip r:embed="rId2"/>
          <a:stretch>
            <a:fillRect/>
          </a:stretch>
        </p:blipFill>
        <p:spPr bwMode="auto">
          <a:xfrm>
            <a:off x="3568700" y="1168400"/>
            <a:ext cx="5105400" cy="2438400"/>
          </a:xfrm>
          <a:prstGeom prst="rect">
            <a:avLst/>
          </a:prstGeom>
          <a:noFill/>
          <a:ln w="9525">
            <a:noFill/>
            <a:headEnd/>
            <a:tailEnd/>
          </a:ln>
        </p:spPr>
      </p:pic>
    </p:spTree>
  </p:cSld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1" y="204787"/>
            <a:ext cx="3008313" cy="871538"/>
          </a:xfrm>
        </p:spPr>
        <p:txBody>
          <a:bodyPr/>
          <a:lstStyle/>
          <a:p>
            <a:pPr lvl="0" indent="0" marL="0">
              <a:buNone/>
            </a:pPr>
            <a:r>
              <a:rPr/>
              <a:t>Set Abstraction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idx="2" sz="half" type="body"/>
          </p:nvPr>
        </p:nvSpPr>
        <p:spPr/>
        <p:txBody>
          <a:bodyPr/>
          <a:lstStyle/>
          <a:p>
            <a:pPr lvl="0"/>
            <a:r>
              <a:rPr/>
              <a:t>Common point-based architecture</a:t>
            </a:r>
          </a:p>
          <a:p>
            <a:pPr lvl="0"/>
            <a:r>
              <a:rPr/>
              <a:t>Group nearby points instead of grids</a:t>
            </a:r>
          </a:p>
          <a:p>
            <a:pPr lvl="0"/>
            <a:r>
              <a:rPr/>
              <a:t>Learn local geometry → shapes → objects</a:t>
            </a:r>
          </a:p>
        </p:txBody>
      </p:sp>
      <p:pic>
        <p:nvPicPr>
          <p:cNvPr descr="images/setabstraction.png" id="0" name="Picture 1"/>
          <p:cNvPicPr>
            <a:picLocks noGrp="1" noChangeAspect="1"/>
          </p:cNvPicPr>
          <p:nvPr/>
        </p:nvPicPr>
        <p:blipFill>
          <a:blip r:embed="rId2"/>
          <a:stretch>
            <a:fillRect/>
          </a:stretch>
        </p:blipFill>
        <p:spPr bwMode="auto">
          <a:xfrm>
            <a:off x="3568700" y="1371600"/>
            <a:ext cx="5105400" cy="2032000"/>
          </a:xfrm>
          <a:prstGeom prst="rect">
            <a:avLst/>
          </a:prstGeom>
          <a:noFill/>
          <a:ln w="9525">
            <a:noFill/>
            <a:headEnd/>
            <a:tailEnd/>
          </a:ln>
        </p:spPr>
      </p:pic>
    </p:spTree>
  </p:cSld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lvl="0" indent="0" marL="0">
              <a:buNone/>
            </a:pPr>
            <a:r>
              <a:rPr/>
              <a:t>Core Terminology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 indent="0" marL="0">
              <a:buNone/>
            </a:pPr>
            <a:r>
              <a:rPr/>
              <a:t>Establishing shared language before workflows and modeling.</a:t>
            </a:r>
          </a:p>
        </p:txBody>
      </p:sp>
    </p:spTree>
  </p:cSld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lvl="0" indent="0" marL="0">
              <a:buNone/>
            </a:pPr>
            <a:r>
              <a:rPr/>
              <a:t>Parameters vs. Hyperparameters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b="1"/>
              <a:t>Parameters:</a:t>
            </a:r>
            <a:r>
              <a:rPr/>
              <a:t> Learned values (weights, biases)</a:t>
            </a:r>
            <a:br/>
          </a:p>
          <a:p>
            <a:pPr lvl="0"/>
            <a:r>
              <a:rPr b="1"/>
              <a:t>Hyperparameters:</a:t>
            </a:r>
            <a:r>
              <a:rPr/>
              <a:t> User-defined settings</a:t>
            </a:r>
          </a:p>
          <a:p>
            <a:pPr lvl="1"/>
            <a:r>
              <a:rPr/>
              <a:t>Learning rate</a:t>
            </a:r>
            <a:br/>
          </a:p>
          <a:p>
            <a:pPr lvl="1"/>
            <a:r>
              <a:rPr/>
              <a:t>Batch size</a:t>
            </a:r>
            <a:br/>
          </a:p>
          <a:p>
            <a:pPr lvl="1"/>
            <a:r>
              <a:rPr/>
              <a:t>Epochs</a:t>
            </a:r>
            <a:br/>
          </a:p>
          <a:p>
            <a:pPr lvl="1"/>
            <a:r>
              <a:rPr/>
              <a:t>Model depth</a:t>
            </a:r>
          </a:p>
        </p:txBody>
      </p:sp>
    </p:spTree>
  </p:cSld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lvl="0" indent="0" marL="0">
              <a:buNone/>
            </a:pPr>
            <a:r>
              <a:rPr/>
              <a:t>Inputs, Labels, Learned Features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b="1"/>
              <a:t>Input features:</a:t>
            </a:r>
            <a:r>
              <a:rPr/>
              <a:t> What the model sees</a:t>
            </a:r>
            <a:br/>
          </a:p>
          <a:p>
            <a:pPr lvl="0"/>
            <a:r>
              <a:rPr b="1"/>
              <a:t>Labels:</a:t>
            </a:r>
            <a:r>
              <a:rPr/>
              <a:t> What the model predicts</a:t>
            </a:r>
            <a:br/>
          </a:p>
          <a:p>
            <a:pPr lvl="0"/>
            <a:r>
              <a:rPr b="1"/>
              <a:t>Learned features:</a:t>
            </a:r>
            <a:r>
              <a:rPr/>
              <a:t> Internal representations</a:t>
            </a:r>
            <a:br/>
          </a:p>
          <a:p>
            <a:pPr lvl="0"/>
            <a:r>
              <a:rPr b="1"/>
              <a:t>Logits:</a:t>
            </a:r>
            <a:r>
              <a:rPr/>
              <a:t> Outputs of the final layer of a model</a:t>
            </a:r>
          </a:p>
        </p:txBody>
      </p:sp>
    </p:spTree>
  </p:cSld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lvl="0" indent="0" marL="0">
              <a:buNone/>
            </a:pPr>
            <a:r>
              <a:rPr/>
              <a:t>Data Augmentation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/>
              <a:t>Artificially increases training diversity</a:t>
            </a:r>
            <a:br/>
          </a:p>
          <a:p>
            <a:pPr lvl="0"/>
            <a:r>
              <a:rPr/>
              <a:t>Improves robustness and generalization</a:t>
            </a:r>
            <a:br/>
          </a:p>
          <a:p>
            <a:pPr lvl="0"/>
            <a:r>
              <a:rPr/>
              <a:t>Especially useful with limited labels</a:t>
            </a:r>
            <a:br/>
          </a:p>
          <a:p>
            <a:pPr lvl="0" indent="0" marL="0">
              <a:buNone/>
            </a:pPr>
          </a:p>
        </p:txBody>
      </p:sp>
    </p:spTree>
  </p:cSld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lvl="0" indent="0" marL="0">
              <a:buNone/>
            </a:pPr>
            <a:r>
              <a:rPr/>
              <a:t>Batches and Batch Size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/>
              <a:t>Data processed in small subsets (</a:t>
            </a:r>
            <a:r>
              <a:rPr b="1"/>
              <a:t>batches</a:t>
            </a:r>
            <a:r>
              <a:rPr/>
              <a:t>)</a:t>
            </a:r>
            <a:br/>
          </a:p>
          <a:p>
            <a:pPr lvl="0"/>
            <a:r>
              <a:rPr b="1"/>
              <a:t>Batch size:</a:t>
            </a:r>
            <a:r>
              <a:rPr/>
              <a:t> Samples per training step</a:t>
            </a:r>
            <a:br/>
          </a:p>
          <a:p>
            <a:pPr lvl="0" indent="0" marL="0">
              <a:buNone/>
            </a:pPr>
          </a:p>
        </p:txBody>
      </p:sp>
    </p:spTree>
  </p:cSld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lvl="0" indent="0" marL="0">
              <a:buNone/>
            </a:pPr>
            <a:r>
              <a:rPr/>
              <a:t>Architecture vs. Weights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b="1"/>
              <a:t>Architecture:</a:t>
            </a:r>
            <a:r>
              <a:rPr/>
              <a:t> Model/network structure (fixed)</a:t>
            </a:r>
          </a:p>
          <a:p>
            <a:pPr lvl="1"/>
            <a:r>
              <a:rPr/>
              <a:t>Number and type of layers</a:t>
            </a:r>
          </a:p>
          <a:p>
            <a:pPr lvl="1"/>
            <a:r>
              <a:rPr/>
              <a:t>How neurons/layers connect</a:t>
            </a:r>
          </a:p>
          <a:p>
            <a:pPr lvl="0"/>
            <a:r>
              <a:rPr b="1"/>
              <a:t>Weights:</a:t>
            </a:r>
            <a:r>
              <a:rPr/>
              <a:t> Learned numerical values (changes)</a:t>
            </a:r>
          </a:p>
          <a:p>
            <a:pPr lvl="1"/>
            <a:r>
              <a:rPr/>
              <a:t>Updated during training</a:t>
            </a:r>
          </a:p>
          <a:p>
            <a:pPr lvl="1"/>
            <a:r>
              <a:rPr/>
              <a:t>Learned based on data</a:t>
            </a:r>
          </a:p>
        </p:txBody>
      </p:sp>
    </p:spTree>
  </p:cSld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1" y="204787"/>
            <a:ext cx="3008313" cy="871538"/>
          </a:xfrm>
        </p:spPr>
        <p:txBody>
          <a:bodyPr/>
          <a:lstStyle/>
          <a:p>
            <a:pPr lvl="0" indent="0" marL="0">
              <a:buNone/>
            </a:pPr>
            <a:r>
              <a:rPr/>
              <a:t>Training Loop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idx="2" sz="half" type="body"/>
          </p:nvPr>
        </p:nvSpPr>
        <p:spPr/>
        <p:txBody>
          <a:bodyPr/>
          <a:lstStyle/>
          <a:p>
            <a:pPr lvl="0" indent="0" marL="0">
              <a:buNone/>
            </a:pPr>
            <a:r>
              <a:rPr/>
              <a:t>Repeated cycle until optimal point reached:</a:t>
            </a:r>
          </a:p>
          <a:p>
            <a:pPr lvl="0" indent="-342900" marL="342900">
              <a:buAutoNum type="arabicPeriod"/>
            </a:pPr>
            <a:r>
              <a:rPr/>
              <a:t>Forward pass (predict)</a:t>
            </a:r>
          </a:p>
          <a:p>
            <a:pPr lvl="0" indent="-342900" marL="342900">
              <a:buAutoNum type="arabicPeriod"/>
            </a:pPr>
            <a:r>
              <a:rPr/>
              <a:t>Loss computation (assess)</a:t>
            </a:r>
          </a:p>
          <a:p>
            <a:pPr lvl="0" indent="-342900" marL="342900">
              <a:buAutoNum type="arabicPeriod"/>
            </a:pPr>
            <a:r>
              <a:rPr/>
              <a:t>Backward pass (feedback)</a:t>
            </a:r>
          </a:p>
          <a:p>
            <a:pPr lvl="0" indent="-342900" marL="342900">
              <a:buAutoNum type="arabicPeriod"/>
            </a:pPr>
            <a:r>
              <a:rPr/>
              <a:t>Parameter update (adjust)</a:t>
            </a:r>
          </a:p>
        </p:txBody>
      </p:sp>
      <p:pic>
        <p:nvPicPr>
          <p:cNvPr descr="images/backwardpass.png" id="0" name="Picture 1"/>
          <p:cNvPicPr>
            <a:picLocks noGrp="1" noChangeAspect="1"/>
          </p:cNvPicPr>
          <p:nvPr/>
        </p:nvPicPr>
        <p:blipFill>
          <a:blip r:embed="rId2"/>
          <a:stretch>
            <a:fillRect/>
          </a:stretch>
        </p:blipFill>
        <p:spPr bwMode="auto">
          <a:xfrm>
            <a:off x="3568700" y="1295400"/>
            <a:ext cx="5105400" cy="2197100"/>
          </a:xfrm>
          <a:prstGeom prst="rect">
            <a:avLst/>
          </a:prstGeom>
          <a:noFill/>
          <a:ln w="9525">
            <a:noFill/>
            <a:headEnd/>
            <a:tailEnd/>
          </a:ln>
        </p:spPr>
      </p:pic>
    </p:spTree>
  </p:cSld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lvl="0" indent="0" marL="0">
              <a:buNone/>
            </a:pPr>
            <a:r>
              <a:rPr/>
              <a:t>Transfer Learning and Fine-Tuning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b="1"/>
              <a:t>Transfer learning:</a:t>
            </a:r>
            <a:r>
              <a:rPr/>
              <a:t> Start from pretrained model</a:t>
            </a:r>
            <a:br/>
          </a:p>
          <a:p>
            <a:pPr lvl="0"/>
            <a:r>
              <a:rPr b="1"/>
              <a:t>Fine-tuning:</a:t>
            </a:r>
            <a:r>
              <a:rPr/>
              <a:t> Adapt weights to your domain</a:t>
            </a:r>
          </a:p>
          <a:p>
            <a:pPr lvl="0" indent="0" marL="0">
              <a:buNone/>
            </a:pPr>
            <a:r>
              <a:rPr/>
              <a:t>Common in forestry due to limited labeled data.</a:t>
            </a:r>
          </a:p>
        </p:txBody>
      </p:sp>
    </p:spTree>
  </p:cSld>
</p:sld>
</file>

<file path=ppt/slides/slide3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lvl="0" indent="0" marL="0">
              <a:buNone/>
            </a:pPr>
            <a:r>
              <a:rPr/>
              <a:t>Deep Learning in Forestry: Challenges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 indent="0" marL="0">
              <a:buNone/>
            </a:pPr>
            <a:r>
              <a:rPr/>
              <a:t>Forestry data introduce domain-specific constraints.</a:t>
            </a:r>
          </a:p>
        </p:txBody>
      </p:sp>
    </p:spTree>
  </p:cSld>
</p:sld>
</file>

<file path=ppt/slides/slide3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lvl="0" indent="0" marL="0">
              <a:buNone/>
            </a:pPr>
            <a:r>
              <a:rPr/>
              <a:t>Key Challenges and Considerations</a:t>
            </a:r>
          </a:p>
        </p:txBody>
      </p:sp>
      <p:graphicFrame>
        <p:nvGraphicFramePr>
          <p:cNvPr id="6" name="Content Placeholder 5"/>
          <p:cNvGraphicFramePr>
            <a:graphicFrameLocks noGrp="1"/>
          </p:cNvGraphicFramePr>
          <p:nvPr>
            <p:ph idx="1"/>
          </p:nvPr>
        </p:nvGraphicFramePr>
        <p:xfrm>
          <a:off x="457200" y="1193800"/>
          <a:ext cx="8229600" cy="33909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743200"/>
                <a:gridCol w="2743200"/>
                <a:gridCol w="2743200"/>
              </a:tblGrid>
              <a:tr h="0"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Challenge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Impact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Common Solutions</a:t>
                      </a:r>
                    </a:p>
                  </a:txBody>
                  <a:tcPr/>
                </a:tc>
              </a:tr>
              <a:tr h="0"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Sensor &amp; site variability</a:t>
                      </a:r>
                    </a:p>
                  </a:txBody>
                </a:tc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Poor generalization</a:t>
                      </a:r>
                    </a:p>
                  </a:txBody>
                </a:tc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Fine-tuning, domain adaptation</a:t>
                      </a:r>
                    </a:p>
                  </a:txBody>
                </a:tc>
              </a:tr>
              <a:tr h="0"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Spatial autocorrelation</a:t>
                      </a:r>
                    </a:p>
                  </a:txBody>
                </a:tc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Inflated accuracy</a:t>
                      </a:r>
                    </a:p>
                  </a:txBody>
                </a:tc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Spatial CV, sampling strategies</a:t>
                      </a:r>
                    </a:p>
                  </a:txBody>
                </a:tc>
              </a:tr>
              <a:tr h="0"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Class imbalance</a:t>
                      </a:r>
                    </a:p>
                  </a:txBody>
                </a:tc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Bias toward majority classes</a:t>
                      </a:r>
                    </a:p>
                  </a:txBody>
                </a:tc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Class weighting, loss design</a:t>
                      </a:r>
                    </a:p>
                  </a:txBody>
                </a:tc>
              </a:tr>
              <a:tr h="0"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Synthetic benchmarks</a:t>
                      </a:r>
                    </a:p>
                  </a:txBody>
                </a:tc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Limited real-world transfer</a:t>
                      </a:r>
                    </a:p>
                  </a:txBody>
                </a:tc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Domain adaptation</a:t>
                      </a:r>
                    </a:p>
                  </a:txBody>
                </a:tc>
              </a:tr>
              <a:tr h="0"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Limited labels</a:t>
                      </a:r>
                    </a:p>
                  </a:txBody>
                </a:tc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Reduced robustness</a:t>
                      </a:r>
                    </a:p>
                  </a:txBody>
                </a:tc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Augmentation, transfer learning</a:t>
                      </a:r>
                    </a:p>
                  </a:txBody>
                </a:tc>
              </a:tr>
            </a:tbl>
          </a:graphicData>
        </a:graphic>
      </p:graphicFrame>
    </p:spTree>
  </p:cSld>
</p:sld>
</file>

<file path=ppt/slides/slide3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 indent="0" marL="1270000">
              <a:buNone/>
            </a:pPr>
            <a:r>
              <a:rPr sz="2000" b="1"/>
              <a:t>Important</a:t>
            </a:r>
          </a:p>
          <a:p>
            <a:pPr lvl="0" indent="0" marL="1270000">
              <a:buNone/>
            </a:pPr>
            <a:r>
              <a:rPr sz="2000" b="1"/>
              <a:t>Human expertise</a:t>
            </a:r>
            <a:r>
              <a:rPr sz="2000"/>
              <a:t> is essential in AI-derived forest inventories because models </a:t>
            </a:r>
            <a:r>
              <a:rPr sz="2000" b="1"/>
              <a:t>do not define objectives, meaning, or validity</a:t>
            </a:r>
            <a:r>
              <a:rPr sz="2000"/>
              <a:t> on their own. </a:t>
            </a:r>
            <a:r>
              <a:rPr sz="2000" b="1"/>
              <a:t>Forestry knowledge</a:t>
            </a:r>
            <a:r>
              <a:rPr sz="2000"/>
              <a:t> is required to </a:t>
            </a:r>
            <a:r>
              <a:rPr sz="2000" b="1"/>
              <a:t>select appropriate data, define training and modelling approaches, and interpret outputs/results</a:t>
            </a:r>
            <a:r>
              <a:rPr sz="2000"/>
              <a:t> ensuring they are scientifically sound, enabling deep learning to serve as a powerful tool for informed forest management decision-making.</a:t>
            </a:r>
          </a:p>
        </p:txBody>
      </p:sp>
    </p:spTree>
  </p:cSld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2</TotalTime>
  <Words>49</Words>
  <Application>Microsoft Macintosh PowerPoint</Application>
  <PresentationFormat>On-screen Show (16:9)</PresentationFormat>
  <Paragraphs>15</Paragraphs>
  <Slides>4</Slides>
  <Notes>2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4</vt:i4>
      </vt:variant>
    </vt:vector>
  </HeadingPairs>
  <TitlesOfParts>
    <vt:vector size="7" baseType="lpstr">
      <vt:lpstr>Arial</vt:lpstr>
      <vt:lpstr>Calibri</vt:lpstr>
      <vt:lpstr>Office Theme</vt:lpstr>
      <vt:lpstr>Presentation Title</vt:lpstr>
      <vt:lpstr>Slide Title</vt:lpstr>
      <vt:lpstr>Section header</vt:lpstr>
      <vt:lpstr>Slide Title for Two-Content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Introduction to Deep Learning</dc:title>
  <dc:creator/>
  <cp:keywords/>
  <dcterms:created xsi:type="dcterms:W3CDTF">2026-02-11T19:13:08Z</dcterms:created>
  <dcterms:modified xsi:type="dcterms:W3CDTF">2026-02-11T19:13:08Z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biblio-config">
    <vt:lpwstr>True</vt:lpwstr>
  </property>
  <property fmtid="{D5CDD505-2E9C-101B-9397-08002B2CF9AE}" pid="3" name="crossref">
    <vt:lpwstr/>
  </property>
  <property fmtid="{D5CDD505-2E9C-101B-9397-08002B2CF9AE}" pid="4" name="exclude">
    <vt:lpwstr/>
  </property>
  <property fmtid="{D5CDD505-2E9C-101B-9397-08002B2CF9AE}" pid="5" name="header-includes">
    <vt:lpwstr/>
  </property>
  <property fmtid="{D5CDD505-2E9C-101B-9397-08002B2CF9AE}" pid="6" name="include-after">
    <vt:lpwstr/>
  </property>
  <property fmtid="{D5CDD505-2E9C-101B-9397-08002B2CF9AE}" pid="7" name="include-before">
    <vt:lpwstr/>
  </property>
  <property fmtid="{D5CDD505-2E9C-101B-9397-08002B2CF9AE}" pid="8" name="labels">
    <vt:lpwstr/>
  </property>
  <property fmtid="{D5CDD505-2E9C-101B-9397-08002B2CF9AE}" pid="9" name="numbering">
    <vt:lpwstr>True</vt:lpwstr>
  </property>
  <property fmtid="{D5CDD505-2E9C-101B-9397-08002B2CF9AE}" pid="10" name="toc-title">
    <vt:lpwstr>Table of contents</vt:lpwstr>
  </property>
</Properties>
</file>